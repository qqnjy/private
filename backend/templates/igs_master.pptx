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handoutMasterIdLst>
    <p:handoutMasterId r:id="rId5"/>
  </p:handoutMasterIdLst>
  <p:sldIdLst>
    <p:sldId id="258" r:id="rId2"/>
    <p:sldId id="296" r:id="rId3"/>
    <p:sldId id="280" r:id="rId4"/>
  </p:sldIdLst>
  <p:sldSz cx="9144000" cy="5143500" type="screen16x9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112"/>
    <a:srgbClr val="00A34E"/>
    <a:srgbClr val="C916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5946"/>
  </p:normalViewPr>
  <p:slideViewPr>
    <p:cSldViewPr snapToGrid="0" snapToObjects="1">
      <p:cViewPr varScale="1">
        <p:scale>
          <a:sx n="137" d="100"/>
          <a:sy n="137" d="100"/>
        </p:scale>
        <p:origin x="96" y="4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notesViewPr>
    <p:cSldViewPr snapToGrid="0" snapToObjects="1">
      <p:cViewPr varScale="1">
        <p:scale>
          <a:sx n="86" d="100"/>
          <a:sy n="86" d="100"/>
        </p:scale>
        <p:origin x="228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23E23822-5276-46EB-FF19-80AE5F73F5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10B169A-2998-502C-D0FB-AA3BF2072E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53AD3-5599-4345-BB17-1808B29F935B}" type="datetimeFigureOut">
              <a:rPr kumimoji="1" lang="zh-TW" altLang="en-US" smtClean="0"/>
              <a:t>2026/6/24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40F9653-6806-B9CE-834F-2904B57FFE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7BC6082-7FED-36A6-0969-6228FD5AB1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288CE-B9F7-E744-9B7E-380BB19867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217141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DCAC-FD81-3249-B18B-D12AC6F084F5}" type="datetimeFigureOut">
              <a:rPr kumimoji="1" lang="zh-TW" altLang="en-US" smtClean="0"/>
              <a:pPr/>
              <a:t>2026/6/24</a:t>
            </a:fld>
            <a:endParaRPr kumimoji="1"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C6FA9FF-271B-B676-23B7-1F690EC2D5B7}"/>
              </a:ext>
            </a:extLst>
          </p:cNvPr>
          <p:cNvSpPr txBox="1"/>
          <p:nvPr userDrawn="1"/>
        </p:nvSpPr>
        <p:spPr>
          <a:xfrm>
            <a:off x="327364" y="4749286"/>
            <a:ext cx="150144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1050" dirty="0">
                <a:solidFill>
                  <a:schemeClr val="bg1">
                    <a:lumMod val="50000"/>
                    <a:alpha val="40000"/>
                  </a:schemeClr>
                </a:solidFill>
              </a:rPr>
              <a:t>CONFIDENTIAL</a:t>
            </a:r>
            <a:endParaRPr kumimoji="1" lang="zh-TW" altLang="en-US" sz="1050" dirty="0">
              <a:solidFill>
                <a:schemeClr val="bg1">
                  <a:lumMod val="50000"/>
                  <a:alpha val="40000"/>
                </a:schemeClr>
              </a:solidFill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0622A6A-1F83-4BA8-B5E3-113E208F89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41060" y="-486033"/>
            <a:ext cx="6192639" cy="5859099"/>
          </a:xfrm>
          <a:prstGeom prst="rect">
            <a:avLst/>
          </a:prstGeom>
        </p:spPr>
      </p:pic>
      <p:sp>
        <p:nvSpPr>
          <p:cNvPr id="7" name="副標題 2">
            <a:extLst>
              <a:ext uri="{FF2B5EF4-FFF2-40B4-BE49-F238E27FC236}">
                <a16:creationId xmlns:a16="http://schemas.microsoft.com/office/drawing/2014/main" id="{8FEB977B-1883-2558-4BA6-7225D6B1C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316" y="3193469"/>
            <a:ext cx="3637684" cy="47106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b="0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ingFang TC Light" panose="020B0300000000000000" pitchFamily="34" charset="-120"/>
                <a:ea typeface="PingFang TC Light" panose="020B0300000000000000" pitchFamily="34" charset="-120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9" name="標題 15">
            <a:extLst>
              <a:ext uri="{FF2B5EF4-FFF2-40B4-BE49-F238E27FC236}">
                <a16:creationId xmlns:a16="http://schemas.microsoft.com/office/drawing/2014/main" id="{1A15EAF6-DA1F-65D3-9D46-464FE97D1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316" y="2074983"/>
            <a:ext cx="5268180" cy="1011738"/>
          </a:xfrm>
          <a:prstGeom prst="rect">
            <a:avLst/>
          </a:prstGeom>
          <a:noFill/>
        </p:spPr>
        <p:txBody>
          <a:bodyPr anchor="ctr" anchorCtr="0">
            <a:noAutofit/>
          </a:bodyPr>
          <a:lstStyle>
            <a:lvl1pPr algn="l">
              <a:defRPr sz="3200" b="0" i="0" spc="300">
                <a:solidFill>
                  <a:schemeClr val="tx1"/>
                </a:solidFill>
                <a:latin typeface="PingFang TC Medium" panose="020B0400000000000000" pitchFamily="34" charset="-120"/>
                <a:ea typeface="PingFang TC Medium" panose="020B0400000000000000" pitchFamily="34" charset="-12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64" y="319993"/>
            <a:ext cx="1574800" cy="31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5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2E77C26-70BF-232C-47CC-E702E09FB9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405" y="-38575"/>
            <a:ext cx="9186811" cy="522065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7DB9620-5A1D-D732-AD0C-F23B322FBF72}"/>
              </a:ext>
            </a:extLst>
          </p:cNvPr>
          <p:cNvSpPr txBox="1"/>
          <p:nvPr userDrawn="1"/>
        </p:nvSpPr>
        <p:spPr>
          <a:xfrm>
            <a:off x="327364" y="4749286"/>
            <a:ext cx="150144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1050" dirty="0">
                <a:solidFill>
                  <a:schemeClr val="bg1">
                    <a:lumMod val="50000"/>
                    <a:alpha val="40000"/>
                  </a:schemeClr>
                </a:solidFill>
              </a:rPr>
              <a:t>CONFIDENTIAL</a:t>
            </a:r>
            <a:endParaRPr kumimoji="1" lang="zh-TW" altLang="en-US" sz="1050" dirty="0">
              <a:solidFill>
                <a:schemeClr val="bg1">
                  <a:lumMod val="50000"/>
                  <a:alpha val="40000"/>
                </a:scheme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DEBACE1-1510-1251-A696-19BAC2DBAB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41060" y="-445682"/>
            <a:ext cx="6136455" cy="580594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BB076FE-AE08-10E4-AF18-2FE218A550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02080" y="249982"/>
            <a:ext cx="426539" cy="28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24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>
            <a:extLst>
              <a:ext uri="{FF2B5EF4-FFF2-40B4-BE49-F238E27FC236}">
                <a16:creationId xmlns:a16="http://schemas.microsoft.com/office/drawing/2014/main" id="{35D27FFF-50B6-674C-A454-3CFC0ECD04D7}"/>
              </a:ext>
            </a:extLst>
          </p:cNvPr>
          <p:cNvSpPr txBox="1"/>
          <p:nvPr userDrawn="1"/>
        </p:nvSpPr>
        <p:spPr>
          <a:xfrm>
            <a:off x="327364" y="4749286"/>
            <a:ext cx="150144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1050" dirty="0">
                <a:solidFill>
                  <a:schemeClr val="bg1">
                    <a:lumMod val="50000"/>
                    <a:alpha val="40000"/>
                  </a:schemeClr>
                </a:solidFill>
              </a:rPr>
              <a:t>CONFIDENTIAL</a:t>
            </a:r>
            <a:endParaRPr kumimoji="1" lang="zh-TW" altLang="en-US" sz="1050" dirty="0">
              <a:solidFill>
                <a:schemeClr val="bg1">
                  <a:lumMod val="50000"/>
                  <a:alpha val="40000"/>
                </a:schemeClr>
              </a:solidFill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8AEFE072-D33E-3C31-C24C-9D85B60AC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119" y="493198"/>
            <a:ext cx="3721221" cy="43766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400" b="0" i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kumimoji="1" lang="zh-TW" altLang="en-US" dirty="0"/>
              <a:t>按一下以編輯</a:t>
            </a:r>
          </a:p>
        </p:txBody>
      </p:sp>
      <p:sp>
        <p:nvSpPr>
          <p:cNvPr id="5" name="圖片版面配置區 4">
            <a:extLst>
              <a:ext uri="{FF2B5EF4-FFF2-40B4-BE49-F238E27FC236}">
                <a16:creationId xmlns:a16="http://schemas.microsoft.com/office/drawing/2014/main" id="{21158CD5-C376-659B-F259-E95C14AA9D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17663" y="642550"/>
            <a:ext cx="3998973" cy="3921211"/>
          </a:xfrm>
        </p:spPr>
        <p:txBody>
          <a:bodyPr/>
          <a:lstStyle/>
          <a:p>
            <a:endParaRPr kumimoji="1" lang="zh-TW" altLang="en-US"/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7C6AD86A-4C39-0EA3-26DF-860C7B322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119" y="1097222"/>
            <a:ext cx="3721221" cy="718131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500" b="0" i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4CAE26-6E2A-FE1C-1C90-01BD9CBAFB88}"/>
              </a:ext>
            </a:extLst>
          </p:cNvPr>
          <p:cNvSpPr/>
          <p:nvPr userDrawn="1"/>
        </p:nvSpPr>
        <p:spPr>
          <a:xfrm flipH="1">
            <a:off x="-18410" y="-8263"/>
            <a:ext cx="132202" cy="714610"/>
          </a:xfrm>
          <a:prstGeom prst="rect">
            <a:avLst/>
          </a:prstGeom>
          <a:solidFill>
            <a:srgbClr val="E501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35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7627F6-8EBA-EDF3-04E6-FD09C713EFD1}"/>
              </a:ext>
            </a:extLst>
          </p:cNvPr>
          <p:cNvSpPr/>
          <p:nvPr userDrawn="1"/>
        </p:nvSpPr>
        <p:spPr>
          <a:xfrm flipH="1">
            <a:off x="-18410" y="706347"/>
            <a:ext cx="132202" cy="173214"/>
          </a:xfrm>
          <a:prstGeom prst="rect">
            <a:avLst/>
          </a:prstGeom>
          <a:solidFill>
            <a:srgbClr val="00A3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350"/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359F300F-8F86-31B0-4AED-98C3A994C9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4838" y="1900846"/>
            <a:ext cx="3721100" cy="1381475"/>
          </a:xfrm>
        </p:spPr>
        <p:txBody>
          <a:bodyPr>
            <a:noAutofit/>
          </a:bodyPr>
          <a:lstStyle>
            <a:lvl1pPr marL="257168" indent="-257168">
              <a:lnSpc>
                <a:spcPct val="100000"/>
              </a:lnSpc>
              <a:buClr>
                <a:srgbClr val="00A34E"/>
              </a:buClr>
              <a:buFont typeface="+mj-lt"/>
              <a:buAutoNum type="arabicPeriod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  <a:lvl2pPr marL="600060" indent="-257168">
              <a:lnSpc>
                <a:spcPct val="100000"/>
              </a:lnSpc>
              <a:buClr>
                <a:srgbClr val="00A34E"/>
              </a:buClr>
              <a:buFont typeface="+mj-lt"/>
              <a:buAutoNum type="arabicPeriod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2pPr>
            <a:lvl3pPr marL="942952" indent="-257168">
              <a:lnSpc>
                <a:spcPct val="100000"/>
              </a:lnSpc>
              <a:buClr>
                <a:srgbClr val="00A34E"/>
              </a:buClr>
              <a:buFont typeface="+mj-lt"/>
              <a:buAutoNum type="arabicPeriod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3pPr>
            <a:lvl4pPr marL="1285843" indent="-257168">
              <a:lnSpc>
                <a:spcPct val="100000"/>
              </a:lnSpc>
              <a:buClr>
                <a:srgbClr val="00A34E"/>
              </a:buClr>
              <a:buFont typeface="+mj-lt"/>
              <a:buAutoNum type="arabicPeriod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4pPr>
            <a:lvl5pPr marL="1628735" indent="-257168">
              <a:lnSpc>
                <a:spcPct val="100000"/>
              </a:lnSpc>
              <a:buClr>
                <a:srgbClr val="00A34E"/>
              </a:buClr>
              <a:buFont typeface="+mj-lt"/>
              <a:buAutoNum type="arabicPeriod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19" name="文字版面配置區 17">
            <a:extLst>
              <a:ext uri="{FF2B5EF4-FFF2-40B4-BE49-F238E27FC236}">
                <a16:creationId xmlns:a16="http://schemas.microsoft.com/office/drawing/2014/main" id="{1F3BB4AC-6BE7-E97B-7084-8962F852FC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838" y="3367812"/>
            <a:ext cx="3721100" cy="1381475"/>
          </a:xfrm>
        </p:spPr>
        <p:txBody>
          <a:bodyPr>
            <a:noAutofit/>
          </a:bodyPr>
          <a:lstStyle>
            <a:lvl1pPr marL="257168" indent="-257168">
              <a:lnSpc>
                <a:spcPct val="100000"/>
              </a:lnSpc>
              <a:buClr>
                <a:srgbClr val="00A34E"/>
              </a:buClr>
              <a:buSzPct val="60000"/>
              <a:buFont typeface="Wingdings" pitchFamily="2" charset="2"/>
              <a:buChar char="l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  <a:lvl2pPr marL="600060" indent="-257168">
              <a:lnSpc>
                <a:spcPct val="100000"/>
              </a:lnSpc>
              <a:buClr>
                <a:srgbClr val="00A34E"/>
              </a:buClr>
              <a:buSzPct val="60000"/>
              <a:buFont typeface="Wingdings" pitchFamily="2" charset="2"/>
              <a:buChar char="l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2pPr>
            <a:lvl3pPr marL="942952" indent="-257168">
              <a:lnSpc>
                <a:spcPct val="100000"/>
              </a:lnSpc>
              <a:buClr>
                <a:srgbClr val="00A34E"/>
              </a:buClr>
              <a:buSzPct val="60000"/>
              <a:buFont typeface="Wingdings" pitchFamily="2" charset="2"/>
              <a:buChar char="l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3pPr>
            <a:lvl4pPr marL="1285843" indent="-257168">
              <a:lnSpc>
                <a:spcPct val="100000"/>
              </a:lnSpc>
              <a:buClr>
                <a:srgbClr val="00A34E"/>
              </a:buClr>
              <a:buSzPct val="60000"/>
              <a:buFont typeface="Wingdings" pitchFamily="2" charset="2"/>
              <a:buChar char="l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4pPr>
            <a:lvl5pPr marL="1628735" indent="-257168">
              <a:lnSpc>
                <a:spcPct val="100000"/>
              </a:lnSpc>
              <a:buClr>
                <a:srgbClr val="00A34E"/>
              </a:buClr>
              <a:buSzPct val="60000"/>
              <a:buFont typeface="Wingdings" pitchFamily="2" charset="2"/>
              <a:buChar char="l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F6C2F7F-76BC-49D2-30C7-688B44360A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39410" y="4749286"/>
            <a:ext cx="377226" cy="25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165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>
            <a:extLst>
              <a:ext uri="{FF2B5EF4-FFF2-40B4-BE49-F238E27FC236}">
                <a16:creationId xmlns:a16="http://schemas.microsoft.com/office/drawing/2014/main" id="{35D27FFF-50B6-674C-A454-3CFC0ECD04D7}"/>
              </a:ext>
            </a:extLst>
          </p:cNvPr>
          <p:cNvSpPr txBox="1"/>
          <p:nvPr userDrawn="1"/>
        </p:nvSpPr>
        <p:spPr>
          <a:xfrm>
            <a:off x="327364" y="4749286"/>
            <a:ext cx="150144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TW" sz="1050" dirty="0">
                <a:solidFill>
                  <a:schemeClr val="bg1">
                    <a:lumMod val="50000"/>
                    <a:alpha val="40000"/>
                  </a:schemeClr>
                </a:solidFill>
              </a:rPr>
              <a:t>CONFIDENTIAL</a:t>
            </a:r>
            <a:endParaRPr kumimoji="1" lang="zh-TW" altLang="en-US" sz="1050" dirty="0">
              <a:solidFill>
                <a:schemeClr val="bg1">
                  <a:lumMod val="50000"/>
                  <a:alpha val="40000"/>
                </a:schemeClr>
              </a:solidFill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75A65E74-EA21-7F4E-81A6-C9F7B07812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6922" y="2310881"/>
            <a:ext cx="4490156" cy="52173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1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TW" dirty="0"/>
              <a:t>THE END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8F9BAEC-CD1B-F009-5E25-B2ED54A513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41060" y="-486033"/>
            <a:ext cx="6192639" cy="585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2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EDCAC-FD81-3249-B18B-D12AC6F084F5}" type="datetimeFigureOut">
              <a:rPr kumimoji="1" lang="zh-TW" altLang="en-US" smtClean="0"/>
              <a:t>2026/6/24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5CDF3-D634-3E49-B53D-69769B18CDA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6506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85" r:id="rId3"/>
    <p:sldLayoutId id="2147483687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2">
            <a:extLst>
              <a:ext uri="{FF2B5EF4-FFF2-40B4-BE49-F238E27FC236}">
                <a16:creationId xmlns:a16="http://schemas.microsoft.com/office/drawing/2014/main" id="{7EEEA2E0-9519-B53C-F434-773CE4482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0823" y="1512227"/>
            <a:ext cx="3054437" cy="758804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zh-TW" altLang="en-US" sz="27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標題標題標題</a:t>
            </a:r>
            <a:endParaRPr kumimoji="1" lang="zh-TW" altLang="en-US" sz="27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副標題 1">
            <a:extLst>
              <a:ext uri="{FF2B5EF4-FFF2-40B4-BE49-F238E27FC236}">
                <a16:creationId xmlns:a16="http://schemas.microsoft.com/office/drawing/2014/main" id="{899C57D7-A4EE-305A-9759-6C37DCF9818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950823" y="3524750"/>
            <a:ext cx="2728263" cy="273844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簡報人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某某某</a:t>
            </a:r>
          </a:p>
        </p:txBody>
      </p:sp>
      <p:sp>
        <p:nvSpPr>
          <p:cNvPr id="21" name="日期版面配置區 3">
            <a:extLst>
              <a:ext uri="{FF2B5EF4-FFF2-40B4-BE49-F238E27FC236}">
                <a16:creationId xmlns:a16="http://schemas.microsoft.com/office/drawing/2014/main" id="{34D4DB88-AE1A-0495-5C63-7275316E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50823" y="3798594"/>
            <a:ext cx="1113595" cy="273844"/>
          </a:xfrm>
        </p:spPr>
        <p:txBody>
          <a:bodyPr/>
          <a:lstStyle/>
          <a:p>
            <a:fld id="{EABB5C25-03B7-E745-8AA3-39FB257AF6EE}" type="datetime1">
              <a:rPr kumimoji="1" lang="zh-TW" altLang="en-US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pPr/>
              <a:t>2026/6/24</a:t>
            </a:fld>
            <a:endParaRPr kumimoji="1" lang="zh-TW" altLang="en-US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98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07E2FD7-0681-5F6E-FB13-93291FB1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F12469D-0D4F-316A-6887-F5D897FB23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圖片版面配置區 6">
            <a:extLst>
              <a:ext uri="{FF2B5EF4-FFF2-40B4-BE49-F238E27FC236}">
                <a16:creationId xmlns:a16="http://schemas.microsoft.com/office/drawing/2014/main" id="{9DE2F40D-3991-ECD5-7A1F-549A5D6BA0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164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29467D-B735-C783-34AD-17BD0138E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8192" y="2310881"/>
            <a:ext cx="3367617" cy="521739"/>
          </a:xfrm>
        </p:spPr>
        <p:txBody>
          <a:bodyPr>
            <a:normAutofit/>
          </a:bodyPr>
          <a:lstStyle/>
          <a:p>
            <a:r>
              <a:rPr kumimoji="1" lang="en-US" altLang="zh-TW" sz="2400" dirty="0"/>
              <a:t>Thank You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49152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0c90004-766c-452b-8e7a-a30d676b960b}" enabled="1" method="Privileged" siteId="{a693cb24-d6ce-4806-990d-7b6ccadabb1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4943</TotalTime>
  <Words>11</Words>
  <Application>Microsoft Office PowerPoint</Application>
  <PresentationFormat>如螢幕大小 (16:9)</PresentationFormat>
  <Paragraphs>4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PingFang TC Light</vt:lpstr>
      <vt:lpstr>PingFang TC Medium</vt:lpstr>
      <vt:lpstr>Microsoft JhengHei</vt:lpstr>
      <vt:lpstr>Arial</vt:lpstr>
      <vt:lpstr>Calibri</vt:lpstr>
      <vt:lpstr>Calibri Light</vt:lpstr>
      <vt:lpstr>Wingdings</vt:lpstr>
      <vt:lpstr>Office 佈景主題</vt:lpstr>
      <vt:lpstr>標題標題標題</vt:lpstr>
      <vt:lpstr>PowerPoint 簡報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Lisa Chang</dc:creator>
  <cp:lastModifiedBy>OLD_MKT薛皙玥</cp:lastModifiedBy>
  <cp:revision>58</cp:revision>
  <cp:lastPrinted>2023-11-14T07:25:08Z</cp:lastPrinted>
  <dcterms:created xsi:type="dcterms:W3CDTF">2020-01-17T08:02:49Z</dcterms:created>
  <dcterms:modified xsi:type="dcterms:W3CDTF">2026-06-24T09:29:48Z</dcterms:modified>
</cp:coreProperties>
</file>