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3" r:id="rId1"/>
  </p:sldMasterIdLst>
  <p:handoutMasterIdLst>
    <p:handoutMasterId r:id="rId9"/>
  </p:handoutMasterIdLst>
  <p:sldIdLst>
    <p:sldId id="258" r:id="rId2"/>
    <p:sldId id="282" r:id="rId3"/>
    <p:sldId id="296" r:id="rId4"/>
    <p:sldId id="297" r:id="rId5"/>
    <p:sldId id="290" r:id="rId6"/>
    <p:sldId id="280" r:id="rId7"/>
    <p:sldId id="293" r:id="rId8"/>
  </p:sldIdLst>
  <p:sldSz cx="9144000" cy="5143500" type="screen16x9"/>
  <p:notesSz cx="6797675"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0112"/>
    <a:srgbClr val="00A34E"/>
    <a:srgbClr val="C9161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58"/>
    <p:restoredTop sz="95946"/>
  </p:normalViewPr>
  <p:slideViewPr>
    <p:cSldViewPr snapToGrid="0" snapToObjects="1">
      <p:cViewPr>
        <p:scale>
          <a:sx n="110" d="100"/>
          <a:sy n="110" d="100"/>
        </p:scale>
        <p:origin x="78" y="64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94" d="100"/>
        <a:sy n="94" d="100"/>
      </p:scale>
      <p:origin x="0" y="0"/>
    </p:cViewPr>
  </p:sorterViewPr>
  <p:notesViewPr>
    <p:cSldViewPr snapToGrid="0" snapToObjects="1">
      <p:cViewPr varScale="1">
        <p:scale>
          <a:sx n="86" d="100"/>
          <a:sy n="86" d="100"/>
        </p:scale>
        <p:origin x="2280" y="2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23E23822-5276-46EB-FF19-80AE5F73F59C}"/>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kumimoji="1" lang="zh-TW" altLang="en-US"/>
          </a:p>
        </p:txBody>
      </p:sp>
      <p:sp>
        <p:nvSpPr>
          <p:cNvPr id="3" name="日期版面配置區 2">
            <a:extLst>
              <a:ext uri="{FF2B5EF4-FFF2-40B4-BE49-F238E27FC236}">
                <a16:creationId xmlns:a16="http://schemas.microsoft.com/office/drawing/2014/main" id="{810B169A-2998-502C-D0FB-AA3BF2072E46}"/>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B0253AD3-5599-4345-BB17-1808B29F935B}" type="datetimeFigureOut">
              <a:rPr kumimoji="1" lang="zh-TW" altLang="en-US" smtClean="0"/>
              <a:t>2023/12/25</a:t>
            </a:fld>
            <a:endParaRPr kumimoji="1" lang="zh-TW" altLang="en-US"/>
          </a:p>
        </p:txBody>
      </p:sp>
      <p:sp>
        <p:nvSpPr>
          <p:cNvPr id="4" name="頁尾版面配置區 3">
            <a:extLst>
              <a:ext uri="{FF2B5EF4-FFF2-40B4-BE49-F238E27FC236}">
                <a16:creationId xmlns:a16="http://schemas.microsoft.com/office/drawing/2014/main" id="{640F9653-6806-B9CE-834F-2904B57FFE34}"/>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kumimoji="1" lang="zh-TW" altLang="en-US"/>
          </a:p>
        </p:txBody>
      </p:sp>
      <p:sp>
        <p:nvSpPr>
          <p:cNvPr id="5" name="投影片編號版面配置區 4">
            <a:extLst>
              <a:ext uri="{FF2B5EF4-FFF2-40B4-BE49-F238E27FC236}">
                <a16:creationId xmlns:a16="http://schemas.microsoft.com/office/drawing/2014/main" id="{07BC6082-7FED-36A6-0969-6228FD5AB12C}"/>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529288CE-B9F7-E744-9B7E-380BB1986755}" type="slidenum">
              <a:rPr kumimoji="1" lang="zh-TW" altLang="en-US" smtClean="0"/>
              <a:t>‹#›</a:t>
            </a:fld>
            <a:endParaRPr kumimoji="1" lang="zh-TW" altLang="en-US"/>
          </a:p>
        </p:txBody>
      </p:sp>
    </p:spTree>
    <p:extLst>
      <p:ext uri="{BB962C8B-B14F-4D97-AF65-F5344CB8AC3E}">
        <p14:creationId xmlns:p14="http://schemas.microsoft.com/office/powerpoint/2010/main" val="1321714178"/>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52EDCAC-FD81-3249-B18B-D12AC6F084F5}" type="datetimeFigureOut">
              <a:rPr kumimoji="1" lang="zh-TW" altLang="en-US" smtClean="0"/>
              <a:pPr/>
              <a:t>2023/12/25</a:t>
            </a:fld>
            <a:endParaRPr kumimoji="1" lang="zh-TW" alt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
        <p:nvSpPr>
          <p:cNvPr id="8" name="文字方塊 7">
            <a:extLst>
              <a:ext uri="{FF2B5EF4-FFF2-40B4-BE49-F238E27FC236}">
                <a16:creationId xmlns:a16="http://schemas.microsoft.com/office/drawing/2014/main" id="{2C6FA9FF-271B-B676-23B7-1F690EC2D5B7}"/>
              </a:ext>
            </a:extLst>
          </p:cNvPr>
          <p:cNvSpPr txBox="1"/>
          <p:nvPr userDrawn="1"/>
        </p:nvSpPr>
        <p:spPr>
          <a:xfrm>
            <a:off x="327364" y="4749286"/>
            <a:ext cx="1501441" cy="253916"/>
          </a:xfrm>
          <a:prstGeom prst="rect">
            <a:avLst/>
          </a:prstGeom>
          <a:noFill/>
        </p:spPr>
        <p:txBody>
          <a:bodyPr wrap="square" rtlCol="0">
            <a:spAutoFit/>
          </a:bodyPr>
          <a:lstStyle/>
          <a:p>
            <a:pPr algn="l"/>
            <a:r>
              <a:rPr lang="en-US" altLang="zh-TW" sz="1050" dirty="0">
                <a:solidFill>
                  <a:schemeClr val="bg1">
                    <a:lumMod val="50000"/>
                    <a:alpha val="40000"/>
                  </a:schemeClr>
                </a:solidFill>
              </a:rPr>
              <a:t>CONFIDENTIAL</a:t>
            </a:r>
            <a:endParaRPr kumimoji="1" lang="zh-TW" altLang="en-US" sz="1050" dirty="0">
              <a:solidFill>
                <a:schemeClr val="bg1">
                  <a:lumMod val="50000"/>
                  <a:alpha val="40000"/>
                </a:schemeClr>
              </a:solidFill>
            </a:endParaRPr>
          </a:p>
        </p:txBody>
      </p:sp>
      <p:pic>
        <p:nvPicPr>
          <p:cNvPr id="13" name="圖片 12">
            <a:extLst>
              <a:ext uri="{FF2B5EF4-FFF2-40B4-BE49-F238E27FC236}">
                <a16:creationId xmlns:a16="http://schemas.microsoft.com/office/drawing/2014/main" id="{D0622A6A-1F83-4BA8-B5E3-113E208F8978}"/>
              </a:ext>
            </a:extLst>
          </p:cNvPr>
          <p:cNvPicPr>
            <a:picLocks noChangeAspect="1"/>
          </p:cNvPicPr>
          <p:nvPr userDrawn="1"/>
        </p:nvPicPr>
        <p:blipFill>
          <a:blip r:embed="rId2"/>
          <a:stretch>
            <a:fillRect/>
          </a:stretch>
        </p:blipFill>
        <p:spPr>
          <a:xfrm>
            <a:off x="7241060" y="-486033"/>
            <a:ext cx="6192639" cy="5859099"/>
          </a:xfrm>
          <a:prstGeom prst="rect">
            <a:avLst/>
          </a:prstGeom>
        </p:spPr>
      </p:pic>
      <p:sp>
        <p:nvSpPr>
          <p:cNvPr id="7" name="副標題 2">
            <a:extLst>
              <a:ext uri="{FF2B5EF4-FFF2-40B4-BE49-F238E27FC236}">
                <a16:creationId xmlns:a16="http://schemas.microsoft.com/office/drawing/2014/main" id="{8FEB977B-1883-2558-4BA6-7225D6B1C45C}"/>
              </a:ext>
            </a:extLst>
          </p:cNvPr>
          <p:cNvSpPr>
            <a:spLocks noGrp="1"/>
          </p:cNvSpPr>
          <p:nvPr>
            <p:ph type="subTitle" idx="1"/>
          </p:nvPr>
        </p:nvSpPr>
        <p:spPr>
          <a:xfrm>
            <a:off x="934316" y="3193469"/>
            <a:ext cx="3637684" cy="471062"/>
          </a:xfrm>
          <a:prstGeom prst="rect">
            <a:avLst/>
          </a:prstGeom>
          <a:noFill/>
        </p:spPr>
        <p:txBody>
          <a:bodyPr>
            <a:normAutofit/>
          </a:bodyPr>
          <a:lstStyle>
            <a:lvl1pPr marL="0" indent="0" algn="l">
              <a:lnSpc>
                <a:spcPct val="150000"/>
              </a:lnSpc>
              <a:buNone/>
              <a:defRPr sz="1400" b="0" i="0">
                <a:ln>
                  <a:noFill/>
                </a:ln>
                <a:solidFill>
                  <a:schemeClr val="tx1">
                    <a:lumMod val="75000"/>
                    <a:lumOff val="25000"/>
                  </a:schemeClr>
                </a:solidFill>
                <a:latin typeface="PingFang TC Light" panose="020B0300000000000000" pitchFamily="34" charset="-120"/>
                <a:ea typeface="PingFang TC Light" panose="020B0300000000000000" pitchFamily="34" charset="-120"/>
                <a:cs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kumimoji="1" lang="zh-TW" altLang="en-US" dirty="0"/>
              <a:t>按一下以編輯母片子標題樣式</a:t>
            </a:r>
          </a:p>
        </p:txBody>
      </p:sp>
      <p:sp>
        <p:nvSpPr>
          <p:cNvPr id="9" name="標題 15">
            <a:extLst>
              <a:ext uri="{FF2B5EF4-FFF2-40B4-BE49-F238E27FC236}">
                <a16:creationId xmlns:a16="http://schemas.microsoft.com/office/drawing/2014/main" id="{1A15EAF6-DA1F-65D3-9D46-464FE97D1BA0}"/>
              </a:ext>
            </a:extLst>
          </p:cNvPr>
          <p:cNvSpPr>
            <a:spLocks noGrp="1"/>
          </p:cNvSpPr>
          <p:nvPr>
            <p:ph type="title"/>
          </p:nvPr>
        </p:nvSpPr>
        <p:spPr>
          <a:xfrm>
            <a:off x="934316" y="2074983"/>
            <a:ext cx="5268180" cy="1011738"/>
          </a:xfrm>
          <a:prstGeom prst="rect">
            <a:avLst/>
          </a:prstGeom>
          <a:noFill/>
        </p:spPr>
        <p:txBody>
          <a:bodyPr anchor="ctr" anchorCtr="0">
            <a:noAutofit/>
          </a:bodyPr>
          <a:lstStyle>
            <a:lvl1pPr algn="l">
              <a:defRPr sz="3200" b="0" i="0" spc="300">
                <a:solidFill>
                  <a:schemeClr val="tx1"/>
                </a:solidFill>
                <a:latin typeface="PingFang TC Medium" panose="020B0400000000000000" pitchFamily="34" charset="-120"/>
                <a:ea typeface="PingFang TC Medium" panose="020B0400000000000000" pitchFamily="34" charset="-120"/>
              </a:defRPr>
            </a:lvl1pPr>
          </a:lstStyle>
          <a:p>
            <a:r>
              <a:rPr kumimoji="1" lang="zh-TW" altLang="en-US" dirty="0"/>
              <a:t>按一下以編輯母片標題樣式</a:t>
            </a:r>
          </a:p>
        </p:txBody>
      </p:sp>
      <p:pic>
        <p:nvPicPr>
          <p:cNvPr id="3" name="圖片 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7364" y="319993"/>
            <a:ext cx="1574800" cy="312095"/>
          </a:xfrm>
          <a:prstGeom prst="rect">
            <a:avLst/>
          </a:prstGeom>
        </p:spPr>
      </p:pic>
    </p:spTree>
    <p:extLst>
      <p:ext uri="{BB962C8B-B14F-4D97-AF65-F5344CB8AC3E}">
        <p14:creationId xmlns:p14="http://schemas.microsoft.com/office/powerpoint/2010/main" val="1458356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12/25/2023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pic>
        <p:nvPicPr>
          <p:cNvPr id="7" name="圖片 6">
            <a:extLst>
              <a:ext uri="{FF2B5EF4-FFF2-40B4-BE49-F238E27FC236}">
                <a16:creationId xmlns:a16="http://schemas.microsoft.com/office/drawing/2014/main" id="{42E77C26-70BF-232C-47CC-E702E09FB909}"/>
              </a:ext>
            </a:extLst>
          </p:cNvPr>
          <p:cNvPicPr>
            <a:picLocks noChangeAspect="1"/>
          </p:cNvPicPr>
          <p:nvPr userDrawn="1"/>
        </p:nvPicPr>
        <p:blipFill>
          <a:blip r:embed="rId2"/>
          <a:stretch>
            <a:fillRect/>
          </a:stretch>
        </p:blipFill>
        <p:spPr>
          <a:xfrm>
            <a:off x="-21405" y="-38575"/>
            <a:ext cx="9186811" cy="5220650"/>
          </a:xfrm>
          <a:prstGeom prst="rect">
            <a:avLst/>
          </a:prstGeom>
        </p:spPr>
      </p:pic>
      <p:sp>
        <p:nvSpPr>
          <p:cNvPr id="8" name="文字方塊 7">
            <a:extLst>
              <a:ext uri="{FF2B5EF4-FFF2-40B4-BE49-F238E27FC236}">
                <a16:creationId xmlns:a16="http://schemas.microsoft.com/office/drawing/2014/main" id="{67DB9620-5A1D-D732-AD0C-F23B322FBF72}"/>
              </a:ext>
            </a:extLst>
          </p:cNvPr>
          <p:cNvSpPr txBox="1"/>
          <p:nvPr userDrawn="1"/>
        </p:nvSpPr>
        <p:spPr>
          <a:xfrm>
            <a:off x="327364" y="4749286"/>
            <a:ext cx="1501441" cy="253916"/>
          </a:xfrm>
          <a:prstGeom prst="rect">
            <a:avLst/>
          </a:prstGeom>
          <a:noFill/>
        </p:spPr>
        <p:txBody>
          <a:bodyPr wrap="square" rtlCol="0">
            <a:spAutoFit/>
          </a:bodyPr>
          <a:lstStyle/>
          <a:p>
            <a:pPr algn="l"/>
            <a:r>
              <a:rPr lang="en-US" altLang="zh-TW" sz="1050" dirty="0">
                <a:solidFill>
                  <a:schemeClr val="bg1">
                    <a:lumMod val="50000"/>
                    <a:alpha val="40000"/>
                  </a:schemeClr>
                </a:solidFill>
              </a:rPr>
              <a:t>CONFIDENTIAL</a:t>
            </a:r>
            <a:endParaRPr kumimoji="1" lang="zh-TW" altLang="en-US" sz="1050" dirty="0">
              <a:solidFill>
                <a:schemeClr val="bg1">
                  <a:lumMod val="50000"/>
                  <a:alpha val="40000"/>
                </a:schemeClr>
              </a:solidFill>
            </a:endParaRPr>
          </a:p>
        </p:txBody>
      </p:sp>
      <p:pic>
        <p:nvPicPr>
          <p:cNvPr id="10" name="圖片 9">
            <a:extLst>
              <a:ext uri="{FF2B5EF4-FFF2-40B4-BE49-F238E27FC236}">
                <a16:creationId xmlns:a16="http://schemas.microsoft.com/office/drawing/2014/main" id="{BDEBACE1-1510-1251-A696-19BAC2DBABD1}"/>
              </a:ext>
            </a:extLst>
          </p:cNvPr>
          <p:cNvPicPr>
            <a:picLocks noChangeAspect="1"/>
          </p:cNvPicPr>
          <p:nvPr userDrawn="1"/>
        </p:nvPicPr>
        <p:blipFill>
          <a:blip r:embed="rId3"/>
          <a:stretch>
            <a:fillRect/>
          </a:stretch>
        </p:blipFill>
        <p:spPr>
          <a:xfrm>
            <a:off x="7241060" y="-445682"/>
            <a:ext cx="6136455" cy="5805941"/>
          </a:xfrm>
          <a:prstGeom prst="rect">
            <a:avLst/>
          </a:prstGeom>
        </p:spPr>
      </p:pic>
      <p:pic>
        <p:nvPicPr>
          <p:cNvPr id="9" name="圖片 8">
            <a:extLst>
              <a:ext uri="{FF2B5EF4-FFF2-40B4-BE49-F238E27FC236}">
                <a16:creationId xmlns:a16="http://schemas.microsoft.com/office/drawing/2014/main" id="{4BB076FE-AE08-10E4-AF18-2FE218A550B8}"/>
              </a:ext>
            </a:extLst>
          </p:cNvPr>
          <p:cNvPicPr>
            <a:picLocks noChangeAspect="1"/>
          </p:cNvPicPr>
          <p:nvPr userDrawn="1"/>
        </p:nvPicPr>
        <p:blipFill>
          <a:blip r:embed="rId4"/>
          <a:stretch>
            <a:fillRect/>
          </a:stretch>
        </p:blipFill>
        <p:spPr>
          <a:xfrm>
            <a:off x="8302080" y="249982"/>
            <a:ext cx="426539" cy="287109"/>
          </a:xfrm>
          <a:prstGeom prst="rect">
            <a:avLst/>
          </a:prstGeom>
        </p:spPr>
      </p:pic>
    </p:spTree>
    <p:extLst>
      <p:ext uri="{BB962C8B-B14F-4D97-AF65-F5344CB8AC3E}">
        <p14:creationId xmlns:p14="http://schemas.microsoft.com/office/powerpoint/2010/main" val="27069245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4_標題及內容">
    <p:spTree>
      <p:nvGrpSpPr>
        <p:cNvPr id="1" name=""/>
        <p:cNvGrpSpPr/>
        <p:nvPr/>
      </p:nvGrpSpPr>
      <p:grpSpPr>
        <a:xfrm>
          <a:off x="0" y="0"/>
          <a:ext cx="0" cy="0"/>
          <a:chOff x="0" y="0"/>
          <a:chExt cx="0" cy="0"/>
        </a:xfrm>
      </p:grpSpPr>
      <p:sp>
        <p:nvSpPr>
          <p:cNvPr id="11" name="文字方塊 10">
            <a:extLst>
              <a:ext uri="{FF2B5EF4-FFF2-40B4-BE49-F238E27FC236}">
                <a16:creationId xmlns:a16="http://schemas.microsoft.com/office/drawing/2014/main" id="{35D27FFF-50B6-674C-A454-3CFC0ECD04D7}"/>
              </a:ext>
            </a:extLst>
          </p:cNvPr>
          <p:cNvSpPr txBox="1"/>
          <p:nvPr userDrawn="1"/>
        </p:nvSpPr>
        <p:spPr>
          <a:xfrm>
            <a:off x="327364" y="4749286"/>
            <a:ext cx="1501441" cy="253916"/>
          </a:xfrm>
          <a:prstGeom prst="rect">
            <a:avLst/>
          </a:prstGeom>
          <a:noFill/>
        </p:spPr>
        <p:txBody>
          <a:bodyPr wrap="square" rtlCol="0">
            <a:spAutoFit/>
          </a:bodyPr>
          <a:lstStyle/>
          <a:p>
            <a:pPr algn="l"/>
            <a:r>
              <a:rPr lang="en-US" altLang="zh-TW" sz="1050" dirty="0">
                <a:solidFill>
                  <a:schemeClr val="bg1">
                    <a:lumMod val="50000"/>
                    <a:alpha val="40000"/>
                  </a:schemeClr>
                </a:solidFill>
              </a:rPr>
              <a:t>CONFIDENTIAL</a:t>
            </a:r>
            <a:endParaRPr kumimoji="1" lang="zh-TW" altLang="en-US" sz="1050" dirty="0">
              <a:solidFill>
                <a:schemeClr val="bg1">
                  <a:lumMod val="50000"/>
                  <a:alpha val="40000"/>
                </a:schemeClr>
              </a:solidFill>
            </a:endParaRPr>
          </a:p>
        </p:txBody>
      </p:sp>
      <p:sp>
        <p:nvSpPr>
          <p:cNvPr id="15" name="標題 1">
            <a:extLst>
              <a:ext uri="{FF2B5EF4-FFF2-40B4-BE49-F238E27FC236}">
                <a16:creationId xmlns:a16="http://schemas.microsoft.com/office/drawing/2014/main" id="{8AEFE072-D33E-3C31-C24C-9D85B60AC1FF}"/>
              </a:ext>
            </a:extLst>
          </p:cNvPr>
          <p:cNvSpPr>
            <a:spLocks noGrp="1"/>
          </p:cNvSpPr>
          <p:nvPr>
            <p:ph type="title"/>
          </p:nvPr>
        </p:nvSpPr>
        <p:spPr>
          <a:xfrm>
            <a:off x="605119" y="493198"/>
            <a:ext cx="3721221" cy="437669"/>
          </a:xfrm>
          <a:prstGeom prst="rect">
            <a:avLst/>
          </a:prstGeom>
        </p:spPr>
        <p:txBody>
          <a:bodyPr anchor="t">
            <a:noAutofit/>
          </a:bodyPr>
          <a:lstStyle>
            <a:lvl1pPr algn="l">
              <a:lnSpc>
                <a:spcPct val="100000"/>
              </a:lnSpc>
              <a:defRPr sz="2400" b="0" i="0">
                <a:solidFill>
                  <a:schemeClr val="tx1"/>
                </a:solidFill>
                <a:latin typeface="Microsoft JhengHei" panose="020B0604030504040204" pitchFamily="34" charset="-120"/>
                <a:ea typeface="Microsoft JhengHei" panose="020B0604030504040204" pitchFamily="34" charset="-120"/>
              </a:defRPr>
            </a:lvl1pPr>
          </a:lstStyle>
          <a:p>
            <a:r>
              <a:rPr kumimoji="1" lang="zh-TW" altLang="en-US" dirty="0"/>
              <a:t>按一下以編輯</a:t>
            </a:r>
          </a:p>
        </p:txBody>
      </p:sp>
      <p:sp>
        <p:nvSpPr>
          <p:cNvPr id="5" name="圖片版面配置區 4">
            <a:extLst>
              <a:ext uri="{FF2B5EF4-FFF2-40B4-BE49-F238E27FC236}">
                <a16:creationId xmlns:a16="http://schemas.microsoft.com/office/drawing/2014/main" id="{21158CD5-C376-659B-F259-E95C14AA9DB0}"/>
              </a:ext>
            </a:extLst>
          </p:cNvPr>
          <p:cNvSpPr>
            <a:spLocks noGrp="1"/>
          </p:cNvSpPr>
          <p:nvPr>
            <p:ph type="pic" sz="quarter" idx="10"/>
          </p:nvPr>
        </p:nvSpPr>
        <p:spPr>
          <a:xfrm>
            <a:off x="4817663" y="642550"/>
            <a:ext cx="3998973" cy="3921211"/>
          </a:xfrm>
        </p:spPr>
        <p:txBody>
          <a:bodyPr/>
          <a:lstStyle/>
          <a:p>
            <a:endParaRPr kumimoji="1" lang="zh-TW" altLang="en-US"/>
          </a:p>
        </p:txBody>
      </p:sp>
      <p:sp>
        <p:nvSpPr>
          <p:cNvPr id="8" name="副標題 2">
            <a:extLst>
              <a:ext uri="{FF2B5EF4-FFF2-40B4-BE49-F238E27FC236}">
                <a16:creationId xmlns:a16="http://schemas.microsoft.com/office/drawing/2014/main" id="{7C6AD86A-4C39-0EA3-26DF-860C7B322A9F}"/>
              </a:ext>
            </a:extLst>
          </p:cNvPr>
          <p:cNvSpPr>
            <a:spLocks noGrp="1"/>
          </p:cNvSpPr>
          <p:nvPr>
            <p:ph type="subTitle" idx="1"/>
          </p:nvPr>
        </p:nvSpPr>
        <p:spPr>
          <a:xfrm>
            <a:off x="605119" y="1097222"/>
            <a:ext cx="3721221" cy="718131"/>
          </a:xfrm>
          <a:prstGeom prst="rect">
            <a:avLst/>
          </a:prstGeom>
          <a:noFill/>
        </p:spPr>
        <p:txBody>
          <a:bodyPr>
            <a:normAutofit/>
          </a:bodyPr>
          <a:lstStyle>
            <a:lvl1pPr marL="0" indent="0" algn="l">
              <a:lnSpc>
                <a:spcPct val="100000"/>
              </a:lnSpc>
              <a:buNone/>
              <a:defRPr sz="1500" b="0" i="0">
                <a:ln>
                  <a:noFill/>
                </a:ln>
                <a:solidFill>
                  <a:schemeClr val="tx1">
                    <a:lumMod val="65000"/>
                    <a:lumOff val="35000"/>
                  </a:schemeClr>
                </a:solidFill>
                <a:latin typeface="Microsoft JhengHei" panose="020B0604030504040204" pitchFamily="34" charset="-120"/>
                <a:ea typeface="Microsoft JhengHei" panose="020B0604030504040204" pitchFamily="34" charset="-12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kumimoji="1" lang="zh-TW" altLang="en-US" dirty="0"/>
              <a:t>按一下以編輯母片子標題樣式</a:t>
            </a:r>
          </a:p>
        </p:txBody>
      </p:sp>
      <p:sp>
        <p:nvSpPr>
          <p:cNvPr id="13" name="矩形 12">
            <a:extLst>
              <a:ext uri="{FF2B5EF4-FFF2-40B4-BE49-F238E27FC236}">
                <a16:creationId xmlns:a16="http://schemas.microsoft.com/office/drawing/2014/main" id="{3B4CAE26-6E2A-FE1C-1C90-01BD9CBAFB88}"/>
              </a:ext>
            </a:extLst>
          </p:cNvPr>
          <p:cNvSpPr/>
          <p:nvPr userDrawn="1"/>
        </p:nvSpPr>
        <p:spPr>
          <a:xfrm flipH="1">
            <a:off x="-18410" y="-8263"/>
            <a:ext cx="132202" cy="714610"/>
          </a:xfrm>
          <a:prstGeom prst="rect">
            <a:avLst/>
          </a:prstGeom>
          <a:solidFill>
            <a:srgbClr val="E501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sp>
        <p:nvSpPr>
          <p:cNvPr id="14" name="矩形 13">
            <a:extLst>
              <a:ext uri="{FF2B5EF4-FFF2-40B4-BE49-F238E27FC236}">
                <a16:creationId xmlns:a16="http://schemas.microsoft.com/office/drawing/2014/main" id="{0F7627F6-8EBA-EDF3-04E6-FD09C713EFD1}"/>
              </a:ext>
            </a:extLst>
          </p:cNvPr>
          <p:cNvSpPr/>
          <p:nvPr userDrawn="1"/>
        </p:nvSpPr>
        <p:spPr>
          <a:xfrm flipH="1">
            <a:off x="-18410" y="706347"/>
            <a:ext cx="132202" cy="173214"/>
          </a:xfrm>
          <a:prstGeom prst="rect">
            <a:avLst/>
          </a:prstGeom>
          <a:solidFill>
            <a:srgbClr val="00A3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sp>
        <p:nvSpPr>
          <p:cNvPr id="18" name="文字版面配置區 17">
            <a:extLst>
              <a:ext uri="{FF2B5EF4-FFF2-40B4-BE49-F238E27FC236}">
                <a16:creationId xmlns:a16="http://schemas.microsoft.com/office/drawing/2014/main" id="{359F300F-8F86-31B0-4AED-98C3A994C91B}"/>
              </a:ext>
            </a:extLst>
          </p:cNvPr>
          <p:cNvSpPr>
            <a:spLocks noGrp="1"/>
          </p:cNvSpPr>
          <p:nvPr>
            <p:ph type="body" sz="quarter" idx="11"/>
          </p:nvPr>
        </p:nvSpPr>
        <p:spPr>
          <a:xfrm>
            <a:off x="604838" y="1900846"/>
            <a:ext cx="3721100" cy="1381475"/>
          </a:xfrm>
        </p:spPr>
        <p:txBody>
          <a:bodyPr>
            <a:noAutofit/>
          </a:bodyPr>
          <a:lstStyle>
            <a:lvl1pPr marL="257168" indent="-257168">
              <a:lnSpc>
                <a:spcPct val="100000"/>
              </a:lnSpc>
              <a:buClr>
                <a:srgbClr val="00A34E"/>
              </a:buClr>
              <a:buFont typeface="+mj-lt"/>
              <a:buAutoNum type="arabicPeriod"/>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1pPr>
            <a:lvl2pPr marL="600060" indent="-257168">
              <a:lnSpc>
                <a:spcPct val="100000"/>
              </a:lnSpc>
              <a:buClr>
                <a:srgbClr val="00A34E"/>
              </a:buClr>
              <a:buFont typeface="+mj-lt"/>
              <a:buAutoNum type="arabicPeriod"/>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2pPr>
            <a:lvl3pPr marL="942952" indent="-257168">
              <a:lnSpc>
                <a:spcPct val="100000"/>
              </a:lnSpc>
              <a:buClr>
                <a:srgbClr val="00A34E"/>
              </a:buClr>
              <a:buFont typeface="+mj-lt"/>
              <a:buAutoNum type="arabicPeriod"/>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3pPr>
            <a:lvl4pPr marL="1285843" indent="-257168">
              <a:lnSpc>
                <a:spcPct val="100000"/>
              </a:lnSpc>
              <a:buClr>
                <a:srgbClr val="00A34E"/>
              </a:buClr>
              <a:buFont typeface="+mj-lt"/>
              <a:buAutoNum type="arabicPeriod"/>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4pPr>
            <a:lvl5pPr marL="1628735" indent="-257168">
              <a:lnSpc>
                <a:spcPct val="100000"/>
              </a:lnSpc>
              <a:buClr>
                <a:srgbClr val="00A34E"/>
              </a:buClr>
              <a:buFont typeface="+mj-lt"/>
              <a:buAutoNum type="arabicPeriod"/>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5p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19" name="文字版面配置區 17">
            <a:extLst>
              <a:ext uri="{FF2B5EF4-FFF2-40B4-BE49-F238E27FC236}">
                <a16:creationId xmlns:a16="http://schemas.microsoft.com/office/drawing/2014/main" id="{1F3BB4AC-6BE7-E97B-7084-8962F852FC31}"/>
              </a:ext>
            </a:extLst>
          </p:cNvPr>
          <p:cNvSpPr>
            <a:spLocks noGrp="1"/>
          </p:cNvSpPr>
          <p:nvPr>
            <p:ph type="body" sz="quarter" idx="12"/>
          </p:nvPr>
        </p:nvSpPr>
        <p:spPr>
          <a:xfrm>
            <a:off x="604838" y="3367812"/>
            <a:ext cx="3721100" cy="1381475"/>
          </a:xfrm>
        </p:spPr>
        <p:txBody>
          <a:bodyPr>
            <a:noAutofit/>
          </a:bodyPr>
          <a:lstStyle>
            <a:lvl1pPr marL="257168" indent="-257168">
              <a:lnSpc>
                <a:spcPct val="100000"/>
              </a:lnSpc>
              <a:buClr>
                <a:srgbClr val="00A34E"/>
              </a:buClr>
              <a:buSzPct val="60000"/>
              <a:buFont typeface="Wingdings" pitchFamily="2" charset="2"/>
              <a:buChar char="l"/>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1pPr>
            <a:lvl2pPr marL="600060" indent="-257168">
              <a:lnSpc>
                <a:spcPct val="100000"/>
              </a:lnSpc>
              <a:buClr>
                <a:srgbClr val="00A34E"/>
              </a:buClr>
              <a:buSzPct val="60000"/>
              <a:buFont typeface="Wingdings" pitchFamily="2" charset="2"/>
              <a:buChar char="l"/>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2pPr>
            <a:lvl3pPr marL="942952" indent="-257168">
              <a:lnSpc>
                <a:spcPct val="100000"/>
              </a:lnSpc>
              <a:buClr>
                <a:srgbClr val="00A34E"/>
              </a:buClr>
              <a:buSzPct val="60000"/>
              <a:buFont typeface="Wingdings" pitchFamily="2" charset="2"/>
              <a:buChar char="l"/>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3pPr>
            <a:lvl4pPr marL="1285843" indent="-257168">
              <a:lnSpc>
                <a:spcPct val="100000"/>
              </a:lnSpc>
              <a:buClr>
                <a:srgbClr val="00A34E"/>
              </a:buClr>
              <a:buSzPct val="60000"/>
              <a:buFont typeface="Wingdings" pitchFamily="2" charset="2"/>
              <a:buChar char="l"/>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4pPr>
            <a:lvl5pPr marL="1628735" indent="-257168">
              <a:lnSpc>
                <a:spcPct val="100000"/>
              </a:lnSpc>
              <a:buClr>
                <a:srgbClr val="00A34E"/>
              </a:buClr>
              <a:buSzPct val="60000"/>
              <a:buFont typeface="Wingdings" pitchFamily="2" charset="2"/>
              <a:buChar char="l"/>
              <a:defRPr sz="1500" b="0" i="0">
                <a:solidFill>
                  <a:schemeClr val="tx1">
                    <a:lumMod val="65000"/>
                    <a:lumOff val="35000"/>
                  </a:schemeClr>
                </a:solidFill>
                <a:latin typeface="Microsoft JhengHei" panose="020B0604030504040204" pitchFamily="34" charset="-120"/>
                <a:ea typeface="Microsoft JhengHei" panose="020B0604030504040204" pitchFamily="34" charset="-120"/>
              </a:defRPr>
            </a:lvl5p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pic>
        <p:nvPicPr>
          <p:cNvPr id="3" name="圖片 2">
            <a:extLst>
              <a:ext uri="{FF2B5EF4-FFF2-40B4-BE49-F238E27FC236}">
                <a16:creationId xmlns:a16="http://schemas.microsoft.com/office/drawing/2014/main" id="{EF6C2F7F-76BC-49D2-30C7-688B44360A79}"/>
              </a:ext>
            </a:extLst>
          </p:cNvPr>
          <p:cNvPicPr>
            <a:picLocks noChangeAspect="1"/>
          </p:cNvPicPr>
          <p:nvPr userDrawn="1"/>
        </p:nvPicPr>
        <p:blipFill>
          <a:blip r:embed="rId2"/>
          <a:stretch>
            <a:fillRect/>
          </a:stretch>
        </p:blipFill>
        <p:spPr>
          <a:xfrm>
            <a:off x="8439410" y="4749286"/>
            <a:ext cx="377226" cy="253916"/>
          </a:xfrm>
          <a:prstGeom prst="rect">
            <a:avLst/>
          </a:prstGeom>
        </p:spPr>
      </p:pic>
    </p:spTree>
    <p:extLst>
      <p:ext uri="{BB962C8B-B14F-4D97-AF65-F5344CB8AC3E}">
        <p14:creationId xmlns:p14="http://schemas.microsoft.com/office/powerpoint/2010/main" val="40791654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8_標題及內容">
    <p:spTree>
      <p:nvGrpSpPr>
        <p:cNvPr id="1" name=""/>
        <p:cNvGrpSpPr/>
        <p:nvPr/>
      </p:nvGrpSpPr>
      <p:grpSpPr>
        <a:xfrm>
          <a:off x="0" y="0"/>
          <a:ext cx="0" cy="0"/>
          <a:chOff x="0" y="0"/>
          <a:chExt cx="0" cy="0"/>
        </a:xfrm>
      </p:grpSpPr>
      <p:sp>
        <p:nvSpPr>
          <p:cNvPr id="11" name="文字方塊 10">
            <a:extLst>
              <a:ext uri="{FF2B5EF4-FFF2-40B4-BE49-F238E27FC236}">
                <a16:creationId xmlns:a16="http://schemas.microsoft.com/office/drawing/2014/main" id="{35D27FFF-50B6-674C-A454-3CFC0ECD04D7}"/>
              </a:ext>
            </a:extLst>
          </p:cNvPr>
          <p:cNvSpPr txBox="1"/>
          <p:nvPr userDrawn="1"/>
        </p:nvSpPr>
        <p:spPr>
          <a:xfrm>
            <a:off x="327364" y="4749286"/>
            <a:ext cx="1501441" cy="253916"/>
          </a:xfrm>
          <a:prstGeom prst="rect">
            <a:avLst/>
          </a:prstGeom>
          <a:noFill/>
        </p:spPr>
        <p:txBody>
          <a:bodyPr wrap="square" rtlCol="0">
            <a:spAutoFit/>
          </a:bodyPr>
          <a:lstStyle/>
          <a:p>
            <a:pPr algn="l"/>
            <a:r>
              <a:rPr lang="en-US" altLang="zh-TW" sz="1050" dirty="0">
                <a:solidFill>
                  <a:schemeClr val="bg1">
                    <a:lumMod val="50000"/>
                    <a:alpha val="40000"/>
                  </a:schemeClr>
                </a:solidFill>
              </a:rPr>
              <a:t>CONFIDENTIAL</a:t>
            </a:r>
            <a:endParaRPr kumimoji="1" lang="zh-TW" altLang="en-US" sz="1050" dirty="0">
              <a:solidFill>
                <a:schemeClr val="bg1">
                  <a:lumMod val="50000"/>
                  <a:alpha val="40000"/>
                </a:schemeClr>
              </a:solidFill>
            </a:endParaRPr>
          </a:p>
        </p:txBody>
      </p:sp>
      <p:sp>
        <p:nvSpPr>
          <p:cNvPr id="2" name="標題 1">
            <a:extLst>
              <a:ext uri="{FF2B5EF4-FFF2-40B4-BE49-F238E27FC236}">
                <a16:creationId xmlns:a16="http://schemas.microsoft.com/office/drawing/2014/main" id="{903C6C2E-8E24-B414-D390-9C19714F2C08}"/>
              </a:ext>
            </a:extLst>
          </p:cNvPr>
          <p:cNvSpPr>
            <a:spLocks noGrp="1"/>
          </p:cNvSpPr>
          <p:nvPr>
            <p:ph type="title"/>
          </p:nvPr>
        </p:nvSpPr>
        <p:spPr>
          <a:xfrm>
            <a:off x="699248" y="498358"/>
            <a:ext cx="5349242" cy="432509"/>
          </a:xfrm>
          <a:prstGeom prst="rect">
            <a:avLst/>
          </a:prstGeom>
        </p:spPr>
        <p:txBody>
          <a:bodyPr anchor="ctr">
            <a:noAutofit/>
          </a:bodyPr>
          <a:lstStyle>
            <a:lvl1pPr algn="l">
              <a:lnSpc>
                <a:spcPct val="100000"/>
              </a:lnSpc>
              <a:defRPr sz="2400" b="0" i="0">
                <a:solidFill>
                  <a:schemeClr val="tx1"/>
                </a:solidFill>
                <a:latin typeface="Microsoft JhengHei" panose="020B0604030504040204" pitchFamily="34" charset="-120"/>
                <a:ea typeface="Microsoft JhengHei" panose="020B0604030504040204" pitchFamily="34" charset="-120"/>
              </a:defRPr>
            </a:lvl1pPr>
          </a:lstStyle>
          <a:p>
            <a:r>
              <a:rPr kumimoji="1" lang="zh-TW" altLang="en-US" dirty="0"/>
              <a:t>按一下以編輯</a:t>
            </a:r>
          </a:p>
        </p:txBody>
      </p:sp>
      <p:sp>
        <p:nvSpPr>
          <p:cNvPr id="7" name="圖表版面配置區 4">
            <a:extLst>
              <a:ext uri="{FF2B5EF4-FFF2-40B4-BE49-F238E27FC236}">
                <a16:creationId xmlns:a16="http://schemas.microsoft.com/office/drawing/2014/main" id="{D4791704-FB2A-9B34-FA99-FB4F89A7D3CE}"/>
              </a:ext>
            </a:extLst>
          </p:cNvPr>
          <p:cNvSpPr>
            <a:spLocks noGrp="1"/>
          </p:cNvSpPr>
          <p:nvPr>
            <p:ph type="chart" sz="quarter" idx="20"/>
          </p:nvPr>
        </p:nvSpPr>
        <p:spPr>
          <a:xfrm>
            <a:off x="2285699" y="2173032"/>
            <a:ext cx="4572611" cy="2007665"/>
          </a:xfrm>
        </p:spPr>
        <p:txBody>
          <a:bodyPr/>
          <a:lstStyle/>
          <a:p>
            <a:endParaRPr kumimoji="1" lang="zh-TW" altLang="en-US"/>
          </a:p>
        </p:txBody>
      </p:sp>
      <p:sp>
        <p:nvSpPr>
          <p:cNvPr id="16" name="副標題 2">
            <a:extLst>
              <a:ext uri="{FF2B5EF4-FFF2-40B4-BE49-F238E27FC236}">
                <a16:creationId xmlns:a16="http://schemas.microsoft.com/office/drawing/2014/main" id="{687E8735-D7D3-219A-3005-25CDBA60CEA7}"/>
              </a:ext>
            </a:extLst>
          </p:cNvPr>
          <p:cNvSpPr>
            <a:spLocks noGrp="1"/>
          </p:cNvSpPr>
          <p:nvPr>
            <p:ph type="subTitle" idx="1"/>
          </p:nvPr>
        </p:nvSpPr>
        <p:spPr>
          <a:xfrm>
            <a:off x="699252" y="1042162"/>
            <a:ext cx="5349241" cy="748514"/>
          </a:xfrm>
          <a:prstGeom prst="rect">
            <a:avLst/>
          </a:prstGeom>
          <a:noFill/>
        </p:spPr>
        <p:txBody>
          <a:bodyPr>
            <a:normAutofit/>
          </a:bodyPr>
          <a:lstStyle>
            <a:lvl1pPr marL="0" indent="0" algn="l">
              <a:lnSpc>
                <a:spcPct val="150000"/>
              </a:lnSpc>
              <a:buNone/>
              <a:defRPr sz="1500" b="0" i="0">
                <a:ln>
                  <a:noFill/>
                </a:ln>
                <a:solidFill>
                  <a:schemeClr val="tx1">
                    <a:lumMod val="65000"/>
                    <a:lumOff val="35000"/>
                  </a:schemeClr>
                </a:solidFill>
                <a:latin typeface="Microsoft JhengHei" panose="020B0604030504040204" pitchFamily="34" charset="-120"/>
                <a:ea typeface="Microsoft JhengHei" panose="020B0604030504040204" pitchFamily="34" charset="-12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kumimoji="1" lang="zh-TW" altLang="en-US" dirty="0"/>
              <a:t>按一下以編輯母片子標題樣式</a:t>
            </a:r>
          </a:p>
        </p:txBody>
      </p:sp>
      <p:sp>
        <p:nvSpPr>
          <p:cNvPr id="3" name="矩形 2">
            <a:extLst>
              <a:ext uri="{FF2B5EF4-FFF2-40B4-BE49-F238E27FC236}">
                <a16:creationId xmlns:a16="http://schemas.microsoft.com/office/drawing/2014/main" id="{D8C6D2C5-BFEF-C3C7-38BB-489090C843A3}"/>
              </a:ext>
            </a:extLst>
          </p:cNvPr>
          <p:cNvSpPr/>
          <p:nvPr userDrawn="1"/>
        </p:nvSpPr>
        <p:spPr>
          <a:xfrm flipH="1">
            <a:off x="-18410" y="-8263"/>
            <a:ext cx="132202" cy="714610"/>
          </a:xfrm>
          <a:prstGeom prst="rect">
            <a:avLst/>
          </a:prstGeom>
          <a:solidFill>
            <a:srgbClr val="E501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sp>
        <p:nvSpPr>
          <p:cNvPr id="4" name="矩形 3">
            <a:extLst>
              <a:ext uri="{FF2B5EF4-FFF2-40B4-BE49-F238E27FC236}">
                <a16:creationId xmlns:a16="http://schemas.microsoft.com/office/drawing/2014/main" id="{4180AEEC-854C-99AD-072C-7A4D367FC62E}"/>
              </a:ext>
            </a:extLst>
          </p:cNvPr>
          <p:cNvSpPr/>
          <p:nvPr userDrawn="1"/>
        </p:nvSpPr>
        <p:spPr>
          <a:xfrm flipH="1">
            <a:off x="-18410" y="706347"/>
            <a:ext cx="132202" cy="173214"/>
          </a:xfrm>
          <a:prstGeom prst="rect">
            <a:avLst/>
          </a:prstGeom>
          <a:solidFill>
            <a:srgbClr val="00A3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pic>
        <p:nvPicPr>
          <p:cNvPr id="6" name="圖片 5">
            <a:extLst>
              <a:ext uri="{FF2B5EF4-FFF2-40B4-BE49-F238E27FC236}">
                <a16:creationId xmlns:a16="http://schemas.microsoft.com/office/drawing/2014/main" id="{B4DDB91E-0B23-6635-AC9C-DF5FE293CAEA}"/>
              </a:ext>
            </a:extLst>
          </p:cNvPr>
          <p:cNvPicPr>
            <a:picLocks noChangeAspect="1"/>
          </p:cNvPicPr>
          <p:nvPr userDrawn="1"/>
        </p:nvPicPr>
        <p:blipFill>
          <a:blip r:embed="rId2"/>
          <a:stretch>
            <a:fillRect/>
          </a:stretch>
        </p:blipFill>
        <p:spPr>
          <a:xfrm>
            <a:off x="8439410" y="4749286"/>
            <a:ext cx="377226" cy="253916"/>
          </a:xfrm>
          <a:prstGeom prst="rect">
            <a:avLst/>
          </a:prstGeom>
        </p:spPr>
      </p:pic>
    </p:spTree>
    <p:extLst>
      <p:ext uri="{BB962C8B-B14F-4D97-AF65-F5344CB8AC3E}">
        <p14:creationId xmlns:p14="http://schemas.microsoft.com/office/powerpoint/2010/main" val="19399025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標題及內容">
    <p:spTree>
      <p:nvGrpSpPr>
        <p:cNvPr id="1" name=""/>
        <p:cNvGrpSpPr/>
        <p:nvPr/>
      </p:nvGrpSpPr>
      <p:grpSpPr>
        <a:xfrm>
          <a:off x="0" y="0"/>
          <a:ext cx="0" cy="0"/>
          <a:chOff x="0" y="0"/>
          <a:chExt cx="0" cy="0"/>
        </a:xfrm>
      </p:grpSpPr>
      <p:sp>
        <p:nvSpPr>
          <p:cNvPr id="11" name="文字方塊 10">
            <a:extLst>
              <a:ext uri="{FF2B5EF4-FFF2-40B4-BE49-F238E27FC236}">
                <a16:creationId xmlns:a16="http://schemas.microsoft.com/office/drawing/2014/main" id="{35D27FFF-50B6-674C-A454-3CFC0ECD04D7}"/>
              </a:ext>
            </a:extLst>
          </p:cNvPr>
          <p:cNvSpPr txBox="1"/>
          <p:nvPr userDrawn="1"/>
        </p:nvSpPr>
        <p:spPr>
          <a:xfrm>
            <a:off x="327364" y="4749286"/>
            <a:ext cx="1501441" cy="253916"/>
          </a:xfrm>
          <a:prstGeom prst="rect">
            <a:avLst/>
          </a:prstGeom>
          <a:noFill/>
        </p:spPr>
        <p:txBody>
          <a:bodyPr wrap="square" rtlCol="0">
            <a:spAutoFit/>
          </a:bodyPr>
          <a:lstStyle/>
          <a:p>
            <a:pPr algn="l"/>
            <a:r>
              <a:rPr lang="en-US" altLang="zh-TW" sz="1050" dirty="0">
                <a:solidFill>
                  <a:schemeClr val="bg1">
                    <a:lumMod val="50000"/>
                    <a:alpha val="40000"/>
                  </a:schemeClr>
                </a:solidFill>
              </a:rPr>
              <a:t>CONFIDENTIAL</a:t>
            </a:r>
            <a:endParaRPr kumimoji="1" lang="zh-TW" altLang="en-US" sz="1050" dirty="0">
              <a:solidFill>
                <a:schemeClr val="bg1">
                  <a:lumMod val="50000"/>
                  <a:alpha val="40000"/>
                </a:schemeClr>
              </a:solidFill>
            </a:endParaRPr>
          </a:p>
        </p:txBody>
      </p:sp>
      <p:sp>
        <p:nvSpPr>
          <p:cNvPr id="13" name="標題 1">
            <a:extLst>
              <a:ext uri="{FF2B5EF4-FFF2-40B4-BE49-F238E27FC236}">
                <a16:creationId xmlns:a16="http://schemas.microsoft.com/office/drawing/2014/main" id="{75A65E74-EA21-7F4E-81A6-C9F7B07812C4}"/>
              </a:ext>
            </a:extLst>
          </p:cNvPr>
          <p:cNvSpPr>
            <a:spLocks noGrp="1"/>
          </p:cNvSpPr>
          <p:nvPr>
            <p:ph type="title" hasCustomPrompt="1"/>
          </p:nvPr>
        </p:nvSpPr>
        <p:spPr>
          <a:xfrm>
            <a:off x="2326922" y="2310881"/>
            <a:ext cx="4490156" cy="521739"/>
          </a:xfrm>
          <a:prstGeom prst="rect">
            <a:avLst/>
          </a:prstGeom>
        </p:spPr>
        <p:txBody>
          <a:bodyPr>
            <a:normAutofit/>
          </a:bodyPr>
          <a:lstStyle>
            <a:lvl1pPr algn="ctr">
              <a:defRPr sz="2100" b="1" i="0">
                <a:solidFill>
                  <a:schemeClr val="tx1"/>
                </a:solidFill>
                <a:latin typeface="Arial" panose="020B0604020202020204" pitchFamily="34" charset="0"/>
                <a:cs typeface="Arial" panose="020B0604020202020204" pitchFamily="34" charset="0"/>
              </a:defRPr>
            </a:lvl1pPr>
          </a:lstStyle>
          <a:p>
            <a:r>
              <a:rPr kumimoji="1" lang="en-US" altLang="zh-TW" dirty="0"/>
              <a:t>THE END</a:t>
            </a:r>
            <a:endParaRPr kumimoji="1" lang="zh-TW" altLang="en-US" dirty="0"/>
          </a:p>
        </p:txBody>
      </p:sp>
      <p:pic>
        <p:nvPicPr>
          <p:cNvPr id="2" name="圖片 1">
            <a:extLst>
              <a:ext uri="{FF2B5EF4-FFF2-40B4-BE49-F238E27FC236}">
                <a16:creationId xmlns:a16="http://schemas.microsoft.com/office/drawing/2014/main" id="{A8F9BAEC-CD1B-F009-5E25-B2ED54A5137F}"/>
              </a:ext>
            </a:extLst>
          </p:cNvPr>
          <p:cNvPicPr>
            <a:picLocks noChangeAspect="1"/>
          </p:cNvPicPr>
          <p:nvPr userDrawn="1"/>
        </p:nvPicPr>
        <p:blipFill>
          <a:blip r:embed="rId2"/>
          <a:stretch>
            <a:fillRect/>
          </a:stretch>
        </p:blipFill>
        <p:spPr>
          <a:xfrm>
            <a:off x="7241060" y="-486033"/>
            <a:ext cx="6192639" cy="5859099"/>
          </a:xfrm>
          <a:prstGeom prst="rect">
            <a:avLst/>
          </a:prstGeom>
        </p:spPr>
      </p:pic>
    </p:spTree>
    <p:extLst>
      <p:ext uri="{BB962C8B-B14F-4D97-AF65-F5344CB8AC3E}">
        <p14:creationId xmlns:p14="http://schemas.microsoft.com/office/powerpoint/2010/main" val="41523233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452EDCAC-FD81-3249-B18B-D12AC6F084F5}" type="datetimeFigureOut">
              <a:rPr kumimoji="1" lang="zh-TW" altLang="en-US" smtClean="0"/>
              <a:t>2023/12/25</a:t>
            </a:fld>
            <a:endParaRPr kumimoji="1" lang="zh-TW" alt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zh-TW" alt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755CDF3-D634-3E49-B53D-69769B18CDA3}" type="slidenum">
              <a:rPr kumimoji="1" lang="zh-TW" altLang="en-US" smtClean="0"/>
              <a:t>‹#›</a:t>
            </a:fld>
            <a:endParaRPr kumimoji="1" lang="zh-TW" altLang="en-US"/>
          </a:p>
        </p:txBody>
      </p:sp>
    </p:spTree>
    <p:extLst>
      <p:ext uri="{BB962C8B-B14F-4D97-AF65-F5344CB8AC3E}">
        <p14:creationId xmlns:p14="http://schemas.microsoft.com/office/powerpoint/2010/main" val="72650689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85" r:id="rId3"/>
    <p:sldLayoutId id="2147483686" r:id="rId4"/>
    <p:sldLayoutId id="2147483687" r:id="rId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4.xml"/><Relationship Id="rId4" Type="http://schemas.openxmlformats.org/officeDocument/2006/relationships/image" Target="../media/image1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標題 2">
            <a:extLst>
              <a:ext uri="{FF2B5EF4-FFF2-40B4-BE49-F238E27FC236}">
                <a16:creationId xmlns:a16="http://schemas.microsoft.com/office/drawing/2014/main" id="{7EEEA2E0-9519-B53C-F434-773CE4482A36}"/>
              </a:ext>
            </a:extLst>
          </p:cNvPr>
          <p:cNvSpPr>
            <a:spLocks noGrp="1"/>
          </p:cNvSpPr>
          <p:nvPr>
            <p:ph type="ctrTitle"/>
          </p:nvPr>
        </p:nvSpPr>
        <p:spPr>
          <a:xfrm>
            <a:off x="1950823" y="1512227"/>
            <a:ext cx="3054437" cy="758804"/>
          </a:xfrm>
        </p:spPr>
        <p:txBody>
          <a:bodyPr/>
          <a:lstStyle/>
          <a:p>
            <a:pPr algn="l">
              <a:lnSpc>
                <a:spcPct val="100000"/>
              </a:lnSpc>
            </a:pPr>
            <a:r>
              <a:rPr lang="zh-TW" altLang="en-US" sz="2700" b="1" dirty="0">
                <a:solidFill>
                  <a:srgbClr val="000000"/>
                </a:solidFill>
                <a:latin typeface="Microsoft JhengHei" panose="020B0604030504040204" pitchFamily="34" charset="-120"/>
                <a:ea typeface="Microsoft JhengHei" panose="020B0604030504040204" pitchFamily="34" charset="-120"/>
              </a:rPr>
              <a:t>標題標題標題</a:t>
            </a:r>
            <a:endParaRPr kumimoji="1" lang="zh-TW" altLang="en-US" sz="2700" b="1" dirty="0">
              <a:latin typeface="Microsoft JhengHei" panose="020B0604030504040204" pitchFamily="34" charset="-120"/>
              <a:ea typeface="Microsoft JhengHei" panose="020B0604030504040204" pitchFamily="34" charset="-120"/>
            </a:endParaRPr>
          </a:p>
        </p:txBody>
      </p:sp>
      <p:sp>
        <p:nvSpPr>
          <p:cNvPr id="20" name="副標題 1">
            <a:extLst>
              <a:ext uri="{FF2B5EF4-FFF2-40B4-BE49-F238E27FC236}">
                <a16:creationId xmlns:a16="http://schemas.microsoft.com/office/drawing/2014/main" id="{899C57D7-A4EE-305A-9759-6C37DCF9818C}"/>
              </a:ext>
            </a:extLst>
          </p:cNvPr>
          <p:cNvSpPr>
            <a:spLocks noGrp="1"/>
          </p:cNvSpPr>
          <p:nvPr>
            <p:ph type="subTitle" idx="4294967295"/>
          </p:nvPr>
        </p:nvSpPr>
        <p:spPr>
          <a:xfrm>
            <a:off x="1950823" y="3524750"/>
            <a:ext cx="2728263" cy="273844"/>
          </a:xfrm>
        </p:spPr>
        <p:txBody>
          <a:bodyPr>
            <a:normAutofit fontScale="77500" lnSpcReduction="20000"/>
          </a:bodyPr>
          <a:lstStyle/>
          <a:p>
            <a:pPr marL="0" indent="0" algn="l">
              <a:buNone/>
            </a:pPr>
            <a:r>
              <a:rPr kumimoji="1" lang="zh-TW" altLang="en-US" dirty="0">
                <a:latin typeface="Microsoft JhengHei" panose="020B0604030504040204" pitchFamily="34" charset="-120"/>
                <a:ea typeface="Microsoft JhengHei" panose="020B0604030504040204" pitchFamily="34" charset="-120"/>
              </a:rPr>
              <a:t>簡報人</a:t>
            </a:r>
            <a:r>
              <a:rPr kumimoji="1" lang="en-US" altLang="zh-TW" dirty="0">
                <a:latin typeface="Microsoft JhengHei" panose="020B0604030504040204" pitchFamily="34" charset="-120"/>
                <a:ea typeface="Microsoft JhengHei" panose="020B0604030504040204" pitchFamily="34" charset="-120"/>
              </a:rPr>
              <a:t>:</a:t>
            </a:r>
            <a:r>
              <a:rPr kumimoji="1" lang="zh-TW" altLang="en-US" dirty="0">
                <a:latin typeface="Microsoft JhengHei" panose="020B0604030504040204" pitchFamily="34" charset="-120"/>
                <a:ea typeface="Microsoft JhengHei" panose="020B0604030504040204" pitchFamily="34" charset="-120"/>
              </a:rPr>
              <a:t>某某某</a:t>
            </a:r>
          </a:p>
        </p:txBody>
      </p:sp>
      <p:sp>
        <p:nvSpPr>
          <p:cNvPr id="21" name="日期版面配置區 3">
            <a:extLst>
              <a:ext uri="{FF2B5EF4-FFF2-40B4-BE49-F238E27FC236}">
                <a16:creationId xmlns:a16="http://schemas.microsoft.com/office/drawing/2014/main" id="{34D4DB88-AE1A-0495-5C63-7275316ECD67}"/>
              </a:ext>
            </a:extLst>
          </p:cNvPr>
          <p:cNvSpPr>
            <a:spLocks noGrp="1"/>
          </p:cNvSpPr>
          <p:nvPr>
            <p:ph type="dt" sz="half" idx="10"/>
          </p:nvPr>
        </p:nvSpPr>
        <p:spPr>
          <a:xfrm>
            <a:off x="1950823" y="3798594"/>
            <a:ext cx="1113595" cy="273844"/>
          </a:xfrm>
        </p:spPr>
        <p:txBody>
          <a:bodyPr/>
          <a:lstStyle/>
          <a:p>
            <a:fld id="{EABB5C25-03B7-E745-8AA3-39FB257AF6EE}" type="datetime1">
              <a:rPr kumimoji="1" lang="zh-TW" altLang="en-US" smtClean="0">
                <a:solidFill>
                  <a:schemeClr val="tx1">
                    <a:lumMod val="75000"/>
                    <a:lumOff val="25000"/>
                  </a:schemeClr>
                </a:solidFill>
                <a:latin typeface="Microsoft JhengHei" panose="020B0604030504040204" pitchFamily="34" charset="-120"/>
                <a:ea typeface="Microsoft JhengHei" panose="020B0604030504040204" pitchFamily="34" charset="-120"/>
              </a:rPr>
              <a:pPr/>
              <a:t>2023/12/25</a:t>
            </a:fld>
            <a:endParaRPr kumimoji="1" lang="zh-TW" altLang="en-US" dirty="0">
              <a:solidFill>
                <a:schemeClr val="tx1">
                  <a:lumMod val="75000"/>
                  <a:lumOff val="25000"/>
                </a:schemeClr>
              </a:solidFill>
              <a:latin typeface="Microsoft JhengHei" panose="020B0604030504040204" pitchFamily="34" charset="-120"/>
              <a:ea typeface="Microsoft JhengHei" panose="020B0604030504040204" pitchFamily="34" charset="-120"/>
            </a:endParaRPr>
          </a:p>
        </p:txBody>
      </p:sp>
    </p:spTree>
    <p:extLst>
      <p:ext uri="{BB962C8B-B14F-4D97-AF65-F5344CB8AC3E}">
        <p14:creationId xmlns:p14="http://schemas.microsoft.com/office/powerpoint/2010/main" val="2639884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E1C578E-D3B3-0335-F6A7-BB4797D222AA}"/>
              </a:ext>
            </a:extLst>
          </p:cNvPr>
          <p:cNvSpPr>
            <a:spLocks noGrp="1"/>
          </p:cNvSpPr>
          <p:nvPr>
            <p:ph type="title"/>
          </p:nvPr>
        </p:nvSpPr>
        <p:spPr>
          <a:xfrm>
            <a:off x="1241571" y="2970728"/>
            <a:ext cx="3330429" cy="545798"/>
          </a:xfrm>
        </p:spPr>
        <p:txBody>
          <a:bodyPr>
            <a:normAutofit/>
          </a:bodyPr>
          <a:lstStyle/>
          <a:p>
            <a:r>
              <a:rPr lang="zh-TW" altLang="en-US" sz="2700" b="1" dirty="0">
                <a:solidFill>
                  <a:schemeClr val="bg1"/>
                </a:solidFill>
                <a:latin typeface="Microsoft JhengHei" panose="020B0604030504040204" pitchFamily="34" charset="-120"/>
                <a:ea typeface="Microsoft JhengHei" panose="020B0604030504040204" pitchFamily="34" charset="-120"/>
              </a:rPr>
              <a:t>分類夾頁標題</a:t>
            </a:r>
            <a:endParaRPr kumimoji="1" lang="zh-TW" altLang="en-US" sz="2700" b="1" dirty="0">
              <a:solidFill>
                <a:schemeClr val="bg1"/>
              </a:solidFill>
              <a:latin typeface="Microsoft JhengHei" panose="020B0604030504040204" pitchFamily="34" charset="-120"/>
              <a:ea typeface="Microsoft JhengHei" panose="020B0604030504040204" pitchFamily="34" charset="-120"/>
            </a:endParaRPr>
          </a:p>
        </p:txBody>
      </p:sp>
    </p:spTree>
    <p:extLst>
      <p:ext uri="{BB962C8B-B14F-4D97-AF65-F5344CB8AC3E}">
        <p14:creationId xmlns:p14="http://schemas.microsoft.com/office/powerpoint/2010/main" val="2379255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圖片版面配置區 5">
            <a:extLst>
              <a:ext uri="{FF2B5EF4-FFF2-40B4-BE49-F238E27FC236}">
                <a16:creationId xmlns:a16="http://schemas.microsoft.com/office/drawing/2014/main" id="{238D497D-97B8-B203-9DD8-D9B21A2729AD}"/>
              </a:ext>
            </a:extLst>
          </p:cNvPr>
          <p:cNvPicPr>
            <a:picLocks noGrp="1" noChangeAspect="1"/>
          </p:cNvPicPr>
          <p:nvPr>
            <p:ph type="pic" sz="quarter" idx="10"/>
          </p:nvPr>
        </p:nvPicPr>
        <p:blipFill>
          <a:blip r:embed="rId2"/>
          <a:srcRect l="13956" r="13956"/>
          <a:stretch>
            <a:fillRect/>
          </a:stretch>
        </p:blipFill>
        <p:spPr>
          <a:xfrm>
            <a:off x="5136078" y="374468"/>
            <a:ext cx="3616036" cy="4206241"/>
          </a:xfrm>
        </p:spPr>
      </p:pic>
      <p:sp>
        <p:nvSpPr>
          <p:cNvPr id="8" name="標題 1">
            <a:extLst>
              <a:ext uri="{FF2B5EF4-FFF2-40B4-BE49-F238E27FC236}">
                <a16:creationId xmlns:a16="http://schemas.microsoft.com/office/drawing/2014/main" id="{F73CDB93-2BDC-255C-A3D7-F80C13426F44}"/>
              </a:ext>
            </a:extLst>
          </p:cNvPr>
          <p:cNvSpPr>
            <a:spLocks noGrp="1"/>
          </p:cNvSpPr>
          <p:nvPr>
            <p:ph type="title"/>
          </p:nvPr>
        </p:nvSpPr>
        <p:spPr>
          <a:xfrm>
            <a:off x="703372" y="474046"/>
            <a:ext cx="2503133" cy="773519"/>
          </a:xfrm>
        </p:spPr>
        <p:txBody>
          <a:bodyPr/>
          <a:lstStyle/>
          <a:p>
            <a:r>
              <a:rPr kumimoji="1" lang="zh-TW" altLang="en-US" dirty="0"/>
              <a:t>標題標題標題標題標題</a:t>
            </a:r>
          </a:p>
        </p:txBody>
      </p:sp>
      <p:sp>
        <p:nvSpPr>
          <p:cNvPr id="11" name="文字版面配置區 5">
            <a:extLst>
              <a:ext uri="{FF2B5EF4-FFF2-40B4-BE49-F238E27FC236}">
                <a16:creationId xmlns:a16="http://schemas.microsoft.com/office/drawing/2014/main" id="{D2BCBF74-A1D2-5647-81B2-61DCBA568B22}"/>
              </a:ext>
            </a:extLst>
          </p:cNvPr>
          <p:cNvSpPr>
            <a:spLocks noGrp="1"/>
          </p:cNvSpPr>
          <p:nvPr>
            <p:ph type="body" sz="quarter" idx="11"/>
          </p:nvPr>
        </p:nvSpPr>
        <p:spPr>
          <a:xfrm>
            <a:off x="703372" y="1626681"/>
            <a:ext cx="2503133" cy="1990757"/>
          </a:xfrm>
        </p:spPr>
        <p:txBody>
          <a:bodyPr>
            <a:noAutofit/>
          </a:bodyPr>
          <a:lstStyle/>
          <a:p>
            <a:pPr marL="342892" indent="-342892">
              <a:lnSpc>
                <a:spcPct val="150000"/>
              </a:lnSpc>
              <a:buFont typeface="+mj-lt"/>
              <a:buAutoNum type="arabicPeriod"/>
            </a:pPr>
            <a:r>
              <a:rPr kumimoji="1" lang="zh-TW" altLang="en-US" dirty="0"/>
              <a:t>列點列點列點</a:t>
            </a:r>
          </a:p>
          <a:p>
            <a:pPr marL="342892" indent="-342892">
              <a:lnSpc>
                <a:spcPct val="150000"/>
              </a:lnSpc>
              <a:buFont typeface="+mj-lt"/>
              <a:buAutoNum type="arabicPeriod"/>
            </a:pPr>
            <a:r>
              <a:rPr kumimoji="1" lang="zh-TW" altLang="en-US" dirty="0"/>
              <a:t>點列點列點</a:t>
            </a:r>
          </a:p>
          <a:p>
            <a:pPr marL="342892" indent="-342892">
              <a:lnSpc>
                <a:spcPct val="150000"/>
              </a:lnSpc>
              <a:buFont typeface="+mj-lt"/>
              <a:buAutoNum type="arabicPeriod"/>
            </a:pPr>
            <a:r>
              <a:rPr kumimoji="1" lang="zh-TW" altLang="en-US" dirty="0"/>
              <a:t>列點列點點列點</a:t>
            </a:r>
          </a:p>
          <a:p>
            <a:pPr marL="342892" indent="-342892">
              <a:lnSpc>
                <a:spcPct val="150000"/>
              </a:lnSpc>
              <a:buFont typeface="+mj-lt"/>
              <a:buAutoNum type="arabicPeriod"/>
            </a:pPr>
            <a:r>
              <a:rPr kumimoji="1" lang="zh-TW" altLang="en-US" dirty="0"/>
              <a:t>列點列點</a:t>
            </a:r>
          </a:p>
          <a:p>
            <a:pPr marL="342892" indent="-342892">
              <a:lnSpc>
                <a:spcPct val="150000"/>
              </a:lnSpc>
              <a:buFont typeface="+mj-lt"/>
              <a:buAutoNum type="arabicPeriod"/>
            </a:pPr>
            <a:endParaRPr kumimoji="1" lang="en-US" altLang="zh-TW" dirty="0"/>
          </a:p>
        </p:txBody>
      </p:sp>
    </p:spTree>
    <p:extLst>
      <p:ext uri="{BB962C8B-B14F-4D97-AF65-F5344CB8AC3E}">
        <p14:creationId xmlns:p14="http://schemas.microsoft.com/office/powerpoint/2010/main" val="3451164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圖片版面配置區 5">
            <a:extLst>
              <a:ext uri="{FF2B5EF4-FFF2-40B4-BE49-F238E27FC236}">
                <a16:creationId xmlns:a16="http://schemas.microsoft.com/office/drawing/2014/main" id="{EE46999A-D680-598D-6CAF-509426022DF7}"/>
              </a:ext>
            </a:extLst>
          </p:cNvPr>
          <p:cNvPicPr>
            <a:picLocks noGrp="1" noChangeAspect="1"/>
          </p:cNvPicPr>
          <p:nvPr>
            <p:ph type="pic" sz="quarter" idx="10"/>
          </p:nvPr>
        </p:nvPicPr>
        <p:blipFill>
          <a:blip r:embed="rId2"/>
          <a:srcRect l="13956" r="13956"/>
          <a:stretch>
            <a:fillRect/>
          </a:stretch>
        </p:blipFill>
        <p:spPr>
          <a:xfrm>
            <a:off x="712277" y="2363204"/>
            <a:ext cx="2511269" cy="1720640"/>
          </a:xfrm>
        </p:spPr>
      </p:pic>
      <p:pic>
        <p:nvPicPr>
          <p:cNvPr id="2" name="圖片版面配置區 5">
            <a:extLst>
              <a:ext uri="{FF2B5EF4-FFF2-40B4-BE49-F238E27FC236}">
                <a16:creationId xmlns:a16="http://schemas.microsoft.com/office/drawing/2014/main" id="{2603F4E2-AA43-EE4A-03B5-7EA99DFED83B}"/>
              </a:ext>
            </a:extLst>
          </p:cNvPr>
          <p:cNvPicPr>
            <a:picLocks noChangeAspect="1"/>
          </p:cNvPicPr>
          <p:nvPr/>
        </p:nvPicPr>
        <p:blipFill>
          <a:blip r:embed="rId2"/>
          <a:srcRect l="13956" r="13956"/>
          <a:stretch>
            <a:fillRect/>
          </a:stretch>
        </p:blipFill>
        <p:spPr>
          <a:xfrm>
            <a:off x="3276523" y="2363204"/>
            <a:ext cx="2511269" cy="1720640"/>
          </a:xfrm>
          <a:prstGeom prst="rect">
            <a:avLst/>
          </a:prstGeom>
        </p:spPr>
      </p:pic>
      <p:pic>
        <p:nvPicPr>
          <p:cNvPr id="3" name="圖片版面配置區 5">
            <a:extLst>
              <a:ext uri="{FF2B5EF4-FFF2-40B4-BE49-F238E27FC236}">
                <a16:creationId xmlns:a16="http://schemas.microsoft.com/office/drawing/2014/main" id="{5F2D023E-BF6B-B91A-3870-5EEA61914906}"/>
              </a:ext>
            </a:extLst>
          </p:cNvPr>
          <p:cNvPicPr>
            <a:picLocks noChangeAspect="1"/>
          </p:cNvPicPr>
          <p:nvPr/>
        </p:nvPicPr>
        <p:blipFill>
          <a:blip r:embed="rId2"/>
          <a:srcRect l="13956" r="13956"/>
          <a:stretch>
            <a:fillRect/>
          </a:stretch>
        </p:blipFill>
        <p:spPr>
          <a:xfrm>
            <a:off x="5840770" y="2363204"/>
            <a:ext cx="2511269" cy="1720640"/>
          </a:xfrm>
          <a:prstGeom prst="rect">
            <a:avLst/>
          </a:prstGeom>
        </p:spPr>
      </p:pic>
      <p:sp>
        <p:nvSpPr>
          <p:cNvPr id="4" name="內容版面配置區 4">
            <a:extLst>
              <a:ext uri="{FF2B5EF4-FFF2-40B4-BE49-F238E27FC236}">
                <a16:creationId xmlns:a16="http://schemas.microsoft.com/office/drawing/2014/main" id="{1F88D14F-CE8F-D37B-4145-A95C87829422}"/>
              </a:ext>
            </a:extLst>
          </p:cNvPr>
          <p:cNvSpPr txBox="1">
            <a:spLocks/>
          </p:cNvSpPr>
          <p:nvPr/>
        </p:nvSpPr>
        <p:spPr>
          <a:xfrm>
            <a:off x="1463838" y="4205632"/>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圖片說明</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5" name="內容版面配置區 4">
            <a:extLst>
              <a:ext uri="{FF2B5EF4-FFF2-40B4-BE49-F238E27FC236}">
                <a16:creationId xmlns:a16="http://schemas.microsoft.com/office/drawing/2014/main" id="{F4B6F6B3-C8C6-4679-F85D-4D881DBF44BF}"/>
              </a:ext>
            </a:extLst>
          </p:cNvPr>
          <p:cNvSpPr txBox="1">
            <a:spLocks/>
          </p:cNvSpPr>
          <p:nvPr/>
        </p:nvSpPr>
        <p:spPr>
          <a:xfrm>
            <a:off x="4067927" y="4205632"/>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圖片說明</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7" name="內容版面配置區 4">
            <a:extLst>
              <a:ext uri="{FF2B5EF4-FFF2-40B4-BE49-F238E27FC236}">
                <a16:creationId xmlns:a16="http://schemas.microsoft.com/office/drawing/2014/main" id="{7F7D7167-5A44-2F1B-B666-9F2D48B10040}"/>
              </a:ext>
            </a:extLst>
          </p:cNvPr>
          <p:cNvSpPr txBox="1">
            <a:spLocks/>
          </p:cNvSpPr>
          <p:nvPr/>
        </p:nvSpPr>
        <p:spPr>
          <a:xfrm>
            <a:off x="6672016" y="4205632"/>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圖片說明</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8" name="標題 1">
            <a:extLst>
              <a:ext uri="{FF2B5EF4-FFF2-40B4-BE49-F238E27FC236}">
                <a16:creationId xmlns:a16="http://schemas.microsoft.com/office/drawing/2014/main" id="{789C22AA-4D1D-B660-88A7-E68D8E8767AB}"/>
              </a:ext>
            </a:extLst>
          </p:cNvPr>
          <p:cNvSpPr txBox="1">
            <a:spLocks/>
          </p:cNvSpPr>
          <p:nvPr/>
        </p:nvSpPr>
        <p:spPr>
          <a:xfrm>
            <a:off x="712277" y="474046"/>
            <a:ext cx="3648707" cy="457343"/>
          </a:xfrm>
          <a:prstGeom prst="rect">
            <a:avLst/>
          </a:prstGeom>
        </p:spPr>
        <p:txBody>
          <a:bodyPr vert="horz" lIns="68580" tIns="34290" rIns="68580" bIns="34290" rtlCol="0" anchor="ctr">
            <a:noAutofit/>
          </a:bodyPr>
          <a:lstStyle>
            <a:lvl1pPr algn="l" defTabSz="914400" rtl="0" eaLnBrk="1" latinLnBrk="0" hangingPunct="1">
              <a:lnSpc>
                <a:spcPct val="100000"/>
              </a:lnSpc>
              <a:spcBef>
                <a:spcPct val="0"/>
              </a:spcBef>
              <a:buNone/>
              <a:defRPr sz="2800" b="0" i="0" kern="1200">
                <a:solidFill>
                  <a:schemeClr val="tx1"/>
                </a:solidFill>
                <a:latin typeface="Microsoft JhengHei" panose="020B0604030504040204" pitchFamily="34" charset="-120"/>
                <a:ea typeface="Microsoft JhengHei" panose="020B0604030504040204" pitchFamily="34" charset="-120"/>
                <a:cs typeface="+mj-cs"/>
              </a:defRPr>
            </a:lvl1pPr>
          </a:lstStyle>
          <a:p>
            <a:r>
              <a:rPr kumimoji="1" lang="zh-TW" altLang="en-US" sz="2400" dirty="0"/>
              <a:t>標題標題標題標題</a:t>
            </a:r>
          </a:p>
        </p:txBody>
      </p:sp>
      <p:sp>
        <p:nvSpPr>
          <p:cNvPr id="11" name="副標題 4">
            <a:extLst>
              <a:ext uri="{FF2B5EF4-FFF2-40B4-BE49-F238E27FC236}">
                <a16:creationId xmlns:a16="http://schemas.microsoft.com/office/drawing/2014/main" id="{445661AE-9A99-1055-2778-FE38F8FED138}"/>
              </a:ext>
            </a:extLst>
          </p:cNvPr>
          <p:cNvSpPr txBox="1">
            <a:spLocks/>
          </p:cNvSpPr>
          <p:nvPr/>
        </p:nvSpPr>
        <p:spPr>
          <a:xfrm>
            <a:off x="712279" y="999454"/>
            <a:ext cx="5075513" cy="1040713"/>
          </a:xfrm>
          <a:prstGeom prst="rect">
            <a:avLst/>
          </a:prstGeom>
          <a:noFill/>
        </p:spPr>
        <p:txBody>
          <a:bodyPr vert="horz" lIns="68580" tIns="34290" rIns="68580" bIns="34290" rtlCol="0">
            <a:noAutofit/>
          </a:bodyPr>
          <a:lstStyle>
            <a:lvl1pPr marL="0" indent="0" algn="l" defTabSz="914400" rtl="0" eaLnBrk="1" latinLnBrk="0" hangingPunct="1">
              <a:lnSpc>
                <a:spcPct val="100000"/>
              </a:lnSpc>
              <a:spcBef>
                <a:spcPts val="1000"/>
              </a:spcBef>
              <a:buFont typeface="Arial" panose="020B0604020202020204" pitchFamily="34" charset="0"/>
              <a:buNone/>
              <a:defRPr sz="1800" b="0" i="0" kern="1200">
                <a:ln>
                  <a:noFill/>
                </a:ln>
                <a:solidFill>
                  <a:schemeClr val="tx1">
                    <a:lumMod val="65000"/>
                    <a:lumOff val="35000"/>
                  </a:schemeClr>
                </a:solidFill>
                <a:latin typeface="Microsoft JhengHei" panose="020B0604030504040204" pitchFamily="34" charset="-120"/>
                <a:ea typeface="Microsoft JhengHei" panose="020B0604030504040204" pitchFamily="34" charset="-120"/>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50000"/>
              </a:lnSpc>
            </a:pPr>
            <a:r>
              <a:rPr kumimoji="1" lang="zh-TW" altLang="en-US" sz="1500" dirty="0"/>
              <a:t>內文內文內文內文內文內文內文內文內文內文內文內文內文內文內文內文內文內文內文內文內文</a:t>
            </a:r>
          </a:p>
        </p:txBody>
      </p:sp>
    </p:spTree>
    <p:extLst>
      <p:ext uri="{BB962C8B-B14F-4D97-AF65-F5344CB8AC3E}">
        <p14:creationId xmlns:p14="http://schemas.microsoft.com/office/powerpoint/2010/main" val="20051647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4">
            <a:extLst>
              <a:ext uri="{FF2B5EF4-FFF2-40B4-BE49-F238E27FC236}">
                <a16:creationId xmlns:a16="http://schemas.microsoft.com/office/drawing/2014/main" id="{771EE71E-CEE4-8597-CB22-42FC9DDC66F7}"/>
              </a:ext>
            </a:extLst>
          </p:cNvPr>
          <p:cNvSpPr txBox="1">
            <a:spLocks/>
          </p:cNvSpPr>
          <p:nvPr/>
        </p:nvSpPr>
        <p:spPr>
          <a:xfrm>
            <a:off x="1812126" y="2879905"/>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列點列點</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5" name="內容版面配置區 4">
            <a:extLst>
              <a:ext uri="{FF2B5EF4-FFF2-40B4-BE49-F238E27FC236}">
                <a16:creationId xmlns:a16="http://schemas.microsoft.com/office/drawing/2014/main" id="{300045B1-A1CE-3E88-6191-F28E61D66EE1}"/>
              </a:ext>
            </a:extLst>
          </p:cNvPr>
          <p:cNvSpPr txBox="1">
            <a:spLocks/>
          </p:cNvSpPr>
          <p:nvPr/>
        </p:nvSpPr>
        <p:spPr>
          <a:xfrm>
            <a:off x="3341246" y="2859810"/>
            <a:ext cx="1008146" cy="573983"/>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列點列點</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a:p>
            <a:pPr marL="0" indent="0" algn="ctr">
              <a:lnSpc>
                <a:spcPct val="100000"/>
              </a:lnSpc>
              <a:buNone/>
            </a:pP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pic>
        <p:nvPicPr>
          <p:cNvPr id="15" name="圖片 14">
            <a:extLst>
              <a:ext uri="{FF2B5EF4-FFF2-40B4-BE49-F238E27FC236}">
                <a16:creationId xmlns:a16="http://schemas.microsoft.com/office/drawing/2014/main" id="{34A28270-1AC2-9B76-4F37-B685FD2161C8}"/>
              </a:ext>
            </a:extLst>
          </p:cNvPr>
          <p:cNvPicPr>
            <a:picLocks noChangeAspect="1"/>
          </p:cNvPicPr>
          <p:nvPr/>
        </p:nvPicPr>
        <p:blipFill>
          <a:blip r:embed="rId2"/>
          <a:stretch>
            <a:fillRect/>
          </a:stretch>
        </p:blipFill>
        <p:spPr>
          <a:xfrm>
            <a:off x="2110035" y="2388867"/>
            <a:ext cx="402353" cy="402353"/>
          </a:xfrm>
          <a:prstGeom prst="rect">
            <a:avLst/>
          </a:prstGeom>
        </p:spPr>
      </p:pic>
      <p:sp>
        <p:nvSpPr>
          <p:cNvPr id="16" name="內容版面配置區 4">
            <a:extLst>
              <a:ext uri="{FF2B5EF4-FFF2-40B4-BE49-F238E27FC236}">
                <a16:creationId xmlns:a16="http://schemas.microsoft.com/office/drawing/2014/main" id="{4FB82465-622F-33BA-59DD-FB4757B3E3E8}"/>
              </a:ext>
            </a:extLst>
          </p:cNvPr>
          <p:cNvSpPr txBox="1">
            <a:spLocks/>
          </p:cNvSpPr>
          <p:nvPr/>
        </p:nvSpPr>
        <p:spPr>
          <a:xfrm>
            <a:off x="4870365" y="2879905"/>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列點列點</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22" name="內容版面配置區 4">
            <a:extLst>
              <a:ext uri="{FF2B5EF4-FFF2-40B4-BE49-F238E27FC236}">
                <a16:creationId xmlns:a16="http://schemas.microsoft.com/office/drawing/2014/main" id="{71BCA0AA-D9F6-CE4D-9D48-E9C31A6A28F0}"/>
              </a:ext>
            </a:extLst>
          </p:cNvPr>
          <p:cNvSpPr txBox="1">
            <a:spLocks/>
          </p:cNvSpPr>
          <p:nvPr/>
        </p:nvSpPr>
        <p:spPr>
          <a:xfrm>
            <a:off x="2648738" y="4083826"/>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依列點數量增減</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26" name="內容版面配置區 4">
            <a:extLst>
              <a:ext uri="{FF2B5EF4-FFF2-40B4-BE49-F238E27FC236}">
                <a16:creationId xmlns:a16="http://schemas.microsoft.com/office/drawing/2014/main" id="{86E793AE-9318-36AA-DFD1-643C0F7A55DE}"/>
              </a:ext>
            </a:extLst>
          </p:cNvPr>
          <p:cNvSpPr txBox="1">
            <a:spLocks/>
          </p:cNvSpPr>
          <p:nvPr/>
        </p:nvSpPr>
        <p:spPr>
          <a:xfrm>
            <a:off x="4177857" y="4067100"/>
            <a:ext cx="1008146" cy="573983"/>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依列點數量增減</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sp>
        <p:nvSpPr>
          <p:cNvPr id="2" name="內容版面配置區 4">
            <a:extLst>
              <a:ext uri="{FF2B5EF4-FFF2-40B4-BE49-F238E27FC236}">
                <a16:creationId xmlns:a16="http://schemas.microsoft.com/office/drawing/2014/main" id="{D6057D7C-C5A5-93F7-2ED9-C825D17F2BC8}"/>
              </a:ext>
            </a:extLst>
          </p:cNvPr>
          <p:cNvSpPr txBox="1">
            <a:spLocks/>
          </p:cNvSpPr>
          <p:nvPr/>
        </p:nvSpPr>
        <p:spPr>
          <a:xfrm>
            <a:off x="1818548" y="2447731"/>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pic>
        <p:nvPicPr>
          <p:cNvPr id="3" name="圖片 2">
            <a:extLst>
              <a:ext uri="{FF2B5EF4-FFF2-40B4-BE49-F238E27FC236}">
                <a16:creationId xmlns:a16="http://schemas.microsoft.com/office/drawing/2014/main" id="{BE572375-90A6-128F-7F99-CFF719BD551D}"/>
              </a:ext>
            </a:extLst>
          </p:cNvPr>
          <p:cNvPicPr>
            <a:picLocks noChangeAspect="1"/>
          </p:cNvPicPr>
          <p:nvPr/>
        </p:nvPicPr>
        <p:blipFill>
          <a:blip r:embed="rId2"/>
          <a:stretch>
            <a:fillRect/>
          </a:stretch>
        </p:blipFill>
        <p:spPr>
          <a:xfrm>
            <a:off x="3634353" y="2388270"/>
            <a:ext cx="402353" cy="402353"/>
          </a:xfrm>
          <a:prstGeom prst="rect">
            <a:avLst/>
          </a:prstGeom>
        </p:spPr>
      </p:pic>
      <p:sp>
        <p:nvSpPr>
          <p:cNvPr id="7" name="內容版面配置區 4">
            <a:extLst>
              <a:ext uri="{FF2B5EF4-FFF2-40B4-BE49-F238E27FC236}">
                <a16:creationId xmlns:a16="http://schemas.microsoft.com/office/drawing/2014/main" id="{AC555A6D-E62F-CE59-4961-5C11B650B982}"/>
              </a:ext>
            </a:extLst>
          </p:cNvPr>
          <p:cNvSpPr txBox="1">
            <a:spLocks/>
          </p:cNvSpPr>
          <p:nvPr/>
        </p:nvSpPr>
        <p:spPr>
          <a:xfrm>
            <a:off x="3342866" y="2447134"/>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pic>
        <p:nvPicPr>
          <p:cNvPr id="8" name="圖片 7">
            <a:extLst>
              <a:ext uri="{FF2B5EF4-FFF2-40B4-BE49-F238E27FC236}">
                <a16:creationId xmlns:a16="http://schemas.microsoft.com/office/drawing/2014/main" id="{8942D42F-4454-0657-9CD4-C7381F135F9E}"/>
              </a:ext>
            </a:extLst>
          </p:cNvPr>
          <p:cNvPicPr>
            <a:picLocks noChangeAspect="1"/>
          </p:cNvPicPr>
          <p:nvPr/>
        </p:nvPicPr>
        <p:blipFill>
          <a:blip r:embed="rId2"/>
          <a:stretch>
            <a:fillRect/>
          </a:stretch>
        </p:blipFill>
        <p:spPr>
          <a:xfrm>
            <a:off x="5161853" y="2388270"/>
            <a:ext cx="402353" cy="402353"/>
          </a:xfrm>
          <a:prstGeom prst="rect">
            <a:avLst/>
          </a:prstGeom>
        </p:spPr>
      </p:pic>
      <p:sp>
        <p:nvSpPr>
          <p:cNvPr id="11" name="內容版面配置區 4">
            <a:extLst>
              <a:ext uri="{FF2B5EF4-FFF2-40B4-BE49-F238E27FC236}">
                <a16:creationId xmlns:a16="http://schemas.microsoft.com/office/drawing/2014/main" id="{AF0BC6A7-03EA-EDA9-B64D-CFDBDFC1FC3B}"/>
              </a:ext>
            </a:extLst>
          </p:cNvPr>
          <p:cNvSpPr txBox="1">
            <a:spLocks/>
          </p:cNvSpPr>
          <p:nvPr/>
        </p:nvSpPr>
        <p:spPr>
          <a:xfrm>
            <a:off x="4870365" y="2447134"/>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pic>
        <p:nvPicPr>
          <p:cNvPr id="14" name="圖片 13">
            <a:extLst>
              <a:ext uri="{FF2B5EF4-FFF2-40B4-BE49-F238E27FC236}">
                <a16:creationId xmlns:a16="http://schemas.microsoft.com/office/drawing/2014/main" id="{1326D068-6E1E-4E79-4FF5-B588F4D87C42}"/>
              </a:ext>
            </a:extLst>
          </p:cNvPr>
          <p:cNvPicPr>
            <a:picLocks noChangeAspect="1"/>
          </p:cNvPicPr>
          <p:nvPr/>
        </p:nvPicPr>
        <p:blipFill>
          <a:blip r:embed="rId2"/>
          <a:stretch>
            <a:fillRect/>
          </a:stretch>
        </p:blipFill>
        <p:spPr>
          <a:xfrm>
            <a:off x="2917695" y="3572552"/>
            <a:ext cx="402353" cy="402353"/>
          </a:xfrm>
          <a:prstGeom prst="rect">
            <a:avLst/>
          </a:prstGeom>
        </p:spPr>
      </p:pic>
      <p:sp>
        <p:nvSpPr>
          <p:cNvPr id="18" name="內容版面配置區 4">
            <a:extLst>
              <a:ext uri="{FF2B5EF4-FFF2-40B4-BE49-F238E27FC236}">
                <a16:creationId xmlns:a16="http://schemas.microsoft.com/office/drawing/2014/main" id="{484CCF52-DAC6-FA01-E2B4-7B3C7661378A}"/>
              </a:ext>
            </a:extLst>
          </p:cNvPr>
          <p:cNvSpPr txBox="1">
            <a:spLocks/>
          </p:cNvSpPr>
          <p:nvPr/>
        </p:nvSpPr>
        <p:spPr>
          <a:xfrm>
            <a:off x="2626207" y="3631415"/>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pic>
        <p:nvPicPr>
          <p:cNvPr id="19" name="圖片 18">
            <a:extLst>
              <a:ext uri="{FF2B5EF4-FFF2-40B4-BE49-F238E27FC236}">
                <a16:creationId xmlns:a16="http://schemas.microsoft.com/office/drawing/2014/main" id="{3E1186F1-11E5-C77C-CA0E-D3FB1A62B80A}"/>
              </a:ext>
            </a:extLst>
          </p:cNvPr>
          <p:cNvPicPr>
            <a:picLocks noChangeAspect="1"/>
          </p:cNvPicPr>
          <p:nvPr/>
        </p:nvPicPr>
        <p:blipFill>
          <a:blip r:embed="rId2"/>
          <a:stretch>
            <a:fillRect/>
          </a:stretch>
        </p:blipFill>
        <p:spPr>
          <a:xfrm>
            <a:off x="4445193" y="3572552"/>
            <a:ext cx="402353" cy="402353"/>
          </a:xfrm>
          <a:prstGeom prst="rect">
            <a:avLst/>
          </a:prstGeom>
        </p:spPr>
      </p:pic>
      <p:sp>
        <p:nvSpPr>
          <p:cNvPr id="24" name="內容版面配置區 4">
            <a:extLst>
              <a:ext uri="{FF2B5EF4-FFF2-40B4-BE49-F238E27FC236}">
                <a16:creationId xmlns:a16="http://schemas.microsoft.com/office/drawing/2014/main" id="{984C75B7-DC09-6703-32AB-68A7C2B7D5EC}"/>
              </a:ext>
            </a:extLst>
          </p:cNvPr>
          <p:cNvSpPr txBox="1">
            <a:spLocks/>
          </p:cNvSpPr>
          <p:nvPr/>
        </p:nvSpPr>
        <p:spPr>
          <a:xfrm>
            <a:off x="4153706" y="3631415"/>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sp>
        <p:nvSpPr>
          <p:cNvPr id="6" name="內容版面配置區 4">
            <a:extLst>
              <a:ext uri="{FF2B5EF4-FFF2-40B4-BE49-F238E27FC236}">
                <a16:creationId xmlns:a16="http://schemas.microsoft.com/office/drawing/2014/main" id="{2D1AD65F-B7A7-2809-9014-A6777F5DF8FF}"/>
              </a:ext>
            </a:extLst>
          </p:cNvPr>
          <p:cNvSpPr txBox="1">
            <a:spLocks/>
          </p:cNvSpPr>
          <p:nvPr/>
        </p:nvSpPr>
        <p:spPr>
          <a:xfrm>
            <a:off x="6366656" y="2879905"/>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列點列點</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pic>
        <p:nvPicPr>
          <p:cNvPr id="17" name="圖片 16">
            <a:extLst>
              <a:ext uri="{FF2B5EF4-FFF2-40B4-BE49-F238E27FC236}">
                <a16:creationId xmlns:a16="http://schemas.microsoft.com/office/drawing/2014/main" id="{DB7F1EDE-8B87-B795-4745-12AFC28E23DA}"/>
              </a:ext>
            </a:extLst>
          </p:cNvPr>
          <p:cNvPicPr>
            <a:picLocks noChangeAspect="1"/>
          </p:cNvPicPr>
          <p:nvPr/>
        </p:nvPicPr>
        <p:blipFill>
          <a:blip r:embed="rId2"/>
          <a:stretch>
            <a:fillRect/>
          </a:stretch>
        </p:blipFill>
        <p:spPr>
          <a:xfrm>
            <a:off x="6658144" y="2388270"/>
            <a:ext cx="402353" cy="402353"/>
          </a:xfrm>
          <a:prstGeom prst="rect">
            <a:avLst/>
          </a:prstGeom>
        </p:spPr>
      </p:pic>
      <p:sp>
        <p:nvSpPr>
          <p:cNvPr id="21" name="內容版面配置區 4">
            <a:extLst>
              <a:ext uri="{FF2B5EF4-FFF2-40B4-BE49-F238E27FC236}">
                <a16:creationId xmlns:a16="http://schemas.microsoft.com/office/drawing/2014/main" id="{27B1A21D-5FFF-36F7-AB74-F8DF8B214AD9}"/>
              </a:ext>
            </a:extLst>
          </p:cNvPr>
          <p:cNvSpPr txBox="1">
            <a:spLocks/>
          </p:cNvSpPr>
          <p:nvPr/>
        </p:nvSpPr>
        <p:spPr>
          <a:xfrm>
            <a:off x="6366656" y="2447134"/>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sp>
        <p:nvSpPr>
          <p:cNvPr id="23" name="內容版面配置區 4">
            <a:extLst>
              <a:ext uri="{FF2B5EF4-FFF2-40B4-BE49-F238E27FC236}">
                <a16:creationId xmlns:a16="http://schemas.microsoft.com/office/drawing/2014/main" id="{8A4FD969-CC2C-567D-0B8D-418A482426EF}"/>
              </a:ext>
            </a:extLst>
          </p:cNvPr>
          <p:cNvSpPr txBox="1">
            <a:spLocks/>
          </p:cNvSpPr>
          <p:nvPr/>
        </p:nvSpPr>
        <p:spPr>
          <a:xfrm>
            <a:off x="5701857" y="4067100"/>
            <a:ext cx="1008146" cy="573983"/>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zh-TW" altLang="en-US" sz="1350" dirty="0">
                <a:solidFill>
                  <a:schemeClr val="tx1">
                    <a:lumMod val="65000"/>
                    <a:lumOff val="35000"/>
                  </a:schemeClr>
                </a:solidFill>
                <a:latin typeface="Microsoft JhengHei" panose="020B0604030504040204" pitchFamily="34" charset="-120"/>
                <a:ea typeface="Microsoft JhengHei" panose="020B0604030504040204" pitchFamily="34" charset="-120"/>
              </a:rPr>
              <a:t>依列點數量增減</a:t>
            </a:r>
            <a:endPar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endParaRPr>
          </a:p>
        </p:txBody>
      </p:sp>
      <p:pic>
        <p:nvPicPr>
          <p:cNvPr id="25" name="圖片 24">
            <a:extLst>
              <a:ext uri="{FF2B5EF4-FFF2-40B4-BE49-F238E27FC236}">
                <a16:creationId xmlns:a16="http://schemas.microsoft.com/office/drawing/2014/main" id="{DD4685B7-55A8-E79A-D14B-3F4247118540}"/>
              </a:ext>
            </a:extLst>
          </p:cNvPr>
          <p:cNvPicPr>
            <a:picLocks noChangeAspect="1"/>
          </p:cNvPicPr>
          <p:nvPr/>
        </p:nvPicPr>
        <p:blipFill>
          <a:blip r:embed="rId2"/>
          <a:stretch>
            <a:fillRect/>
          </a:stretch>
        </p:blipFill>
        <p:spPr>
          <a:xfrm>
            <a:off x="5969193" y="3572552"/>
            <a:ext cx="402353" cy="402353"/>
          </a:xfrm>
          <a:prstGeom prst="rect">
            <a:avLst/>
          </a:prstGeom>
        </p:spPr>
      </p:pic>
      <p:sp>
        <p:nvSpPr>
          <p:cNvPr id="27" name="內容版面配置區 4">
            <a:extLst>
              <a:ext uri="{FF2B5EF4-FFF2-40B4-BE49-F238E27FC236}">
                <a16:creationId xmlns:a16="http://schemas.microsoft.com/office/drawing/2014/main" id="{F1742CFE-6465-68D3-0C92-2859F54C1F64}"/>
              </a:ext>
            </a:extLst>
          </p:cNvPr>
          <p:cNvSpPr txBox="1">
            <a:spLocks/>
          </p:cNvSpPr>
          <p:nvPr/>
        </p:nvSpPr>
        <p:spPr>
          <a:xfrm>
            <a:off x="5677706" y="3631415"/>
            <a:ext cx="1008146" cy="235150"/>
          </a:xfrm>
          <a:prstGeom prst="rect">
            <a:avLst/>
          </a:prstGeom>
        </p:spPr>
        <p:txBody>
          <a:bodyPr vert="horz" lIns="68580" tIns="34290" rIns="68580" bIns="34290" rtlCol="0">
            <a:noAutofit/>
          </a:bodyPr>
          <a:lstStyle>
            <a:lvl1pPr marL="228600" indent="-228600" algn="l" defTabSz="914400" rtl="0" eaLnBrk="1" latinLnBrk="0" hangingPunct="1">
              <a:lnSpc>
                <a:spcPct val="150000"/>
              </a:lnSpc>
              <a:spcBef>
                <a:spcPts val="10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1pPr>
            <a:lvl2pPr marL="6858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2pPr>
            <a:lvl3pPr marL="11430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3pPr>
            <a:lvl4pPr marL="16002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4pPr>
            <a:lvl5pPr marL="2057400" indent="-228600" algn="l" defTabSz="914400" rtl="0" eaLnBrk="1" latinLnBrk="0" hangingPunct="1">
              <a:lnSpc>
                <a:spcPct val="150000"/>
              </a:lnSpc>
              <a:spcBef>
                <a:spcPts val="500"/>
              </a:spcBef>
              <a:buClr>
                <a:srgbClr val="E50112"/>
              </a:buClr>
              <a:buFont typeface="Arial" panose="020B0604020202020204" pitchFamily="34" charset="0"/>
              <a:buChar char="•"/>
              <a:defRPr sz="1400" b="0" i="0" kern="1200">
                <a:solidFill>
                  <a:schemeClr val="bg1"/>
                </a:solidFill>
                <a:latin typeface="PingFang TC" panose="020B0400000000000000" pitchFamily="34" charset="-120"/>
                <a:ea typeface="PingFang TC" panose="020B0400000000000000" pitchFamily="34" charset="-12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tLang="zh-TW" sz="1350" dirty="0">
                <a:solidFill>
                  <a:schemeClr val="tx1">
                    <a:lumMod val="65000"/>
                    <a:lumOff val="35000"/>
                  </a:schemeClr>
                </a:solidFill>
                <a:latin typeface="Microsoft JhengHei" panose="020B0604030504040204" pitchFamily="34" charset="-120"/>
                <a:ea typeface="Microsoft JhengHei" panose="020B0604030504040204" pitchFamily="34" charset="-120"/>
              </a:rPr>
              <a:t>icon</a:t>
            </a:r>
          </a:p>
        </p:txBody>
      </p:sp>
      <p:sp>
        <p:nvSpPr>
          <p:cNvPr id="9" name="標題 1">
            <a:extLst>
              <a:ext uri="{FF2B5EF4-FFF2-40B4-BE49-F238E27FC236}">
                <a16:creationId xmlns:a16="http://schemas.microsoft.com/office/drawing/2014/main" id="{D46B2E39-A39A-FDCE-93BF-F98142038AF6}"/>
              </a:ext>
            </a:extLst>
          </p:cNvPr>
          <p:cNvSpPr txBox="1">
            <a:spLocks/>
          </p:cNvSpPr>
          <p:nvPr/>
        </p:nvSpPr>
        <p:spPr>
          <a:xfrm>
            <a:off x="712277" y="474046"/>
            <a:ext cx="3648707" cy="457343"/>
          </a:xfrm>
          <a:prstGeom prst="rect">
            <a:avLst/>
          </a:prstGeom>
        </p:spPr>
        <p:txBody>
          <a:bodyPr vert="horz" lIns="68580" tIns="34290" rIns="68580" bIns="34290" rtlCol="0" anchor="ctr">
            <a:noAutofit/>
          </a:bodyPr>
          <a:lstStyle>
            <a:lvl1pPr algn="l" defTabSz="914400" rtl="0" eaLnBrk="1" latinLnBrk="0" hangingPunct="1">
              <a:lnSpc>
                <a:spcPct val="100000"/>
              </a:lnSpc>
              <a:spcBef>
                <a:spcPct val="0"/>
              </a:spcBef>
              <a:buNone/>
              <a:defRPr sz="2800" b="0" i="0" kern="1200">
                <a:solidFill>
                  <a:schemeClr val="tx1"/>
                </a:solidFill>
                <a:latin typeface="Microsoft JhengHei" panose="020B0604030504040204" pitchFamily="34" charset="-120"/>
                <a:ea typeface="Microsoft JhengHei" panose="020B0604030504040204" pitchFamily="34" charset="-120"/>
                <a:cs typeface="+mj-cs"/>
              </a:defRPr>
            </a:lvl1pPr>
          </a:lstStyle>
          <a:p>
            <a:r>
              <a:rPr kumimoji="1" lang="zh-TW" altLang="en-US" sz="2400" dirty="0"/>
              <a:t>標題標題標題標題</a:t>
            </a:r>
          </a:p>
        </p:txBody>
      </p:sp>
      <p:sp>
        <p:nvSpPr>
          <p:cNvPr id="10" name="副標題 4">
            <a:extLst>
              <a:ext uri="{FF2B5EF4-FFF2-40B4-BE49-F238E27FC236}">
                <a16:creationId xmlns:a16="http://schemas.microsoft.com/office/drawing/2014/main" id="{1E614944-6CF8-46BF-18C6-5D11EE98A184}"/>
              </a:ext>
            </a:extLst>
          </p:cNvPr>
          <p:cNvSpPr txBox="1">
            <a:spLocks/>
          </p:cNvSpPr>
          <p:nvPr/>
        </p:nvSpPr>
        <p:spPr>
          <a:xfrm>
            <a:off x="712279" y="999454"/>
            <a:ext cx="5075513" cy="1040713"/>
          </a:xfrm>
          <a:prstGeom prst="rect">
            <a:avLst/>
          </a:prstGeom>
          <a:noFill/>
        </p:spPr>
        <p:txBody>
          <a:bodyPr vert="horz" lIns="68580" tIns="34290" rIns="68580" bIns="34290" rtlCol="0">
            <a:noAutofit/>
          </a:bodyPr>
          <a:lstStyle>
            <a:lvl1pPr marL="0" indent="0" algn="l" defTabSz="914400" rtl="0" eaLnBrk="1" latinLnBrk="0" hangingPunct="1">
              <a:lnSpc>
                <a:spcPct val="100000"/>
              </a:lnSpc>
              <a:spcBef>
                <a:spcPts val="1000"/>
              </a:spcBef>
              <a:buFont typeface="Arial" panose="020B0604020202020204" pitchFamily="34" charset="0"/>
              <a:buNone/>
              <a:defRPr sz="1800" b="0" i="0" kern="1200">
                <a:ln>
                  <a:noFill/>
                </a:ln>
                <a:solidFill>
                  <a:schemeClr val="tx1">
                    <a:lumMod val="65000"/>
                    <a:lumOff val="35000"/>
                  </a:schemeClr>
                </a:solidFill>
                <a:latin typeface="Microsoft JhengHei" panose="020B0604030504040204" pitchFamily="34" charset="-120"/>
                <a:ea typeface="Microsoft JhengHei" panose="020B0604030504040204" pitchFamily="34" charset="-120"/>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50000"/>
              </a:lnSpc>
            </a:pPr>
            <a:r>
              <a:rPr kumimoji="1" lang="zh-TW" altLang="en-US" sz="1500" dirty="0"/>
              <a:t>內文內文內文內文內文內文內文內文內文內文內文內文內文內文內文內文內文內文</a:t>
            </a:r>
          </a:p>
        </p:txBody>
      </p:sp>
    </p:spTree>
    <p:extLst>
      <p:ext uri="{BB962C8B-B14F-4D97-AF65-F5344CB8AC3E}">
        <p14:creationId xmlns:p14="http://schemas.microsoft.com/office/powerpoint/2010/main" val="1811091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29467D-B735-C783-34AD-17BD0138EC1D}"/>
              </a:ext>
            </a:extLst>
          </p:cNvPr>
          <p:cNvSpPr>
            <a:spLocks noGrp="1"/>
          </p:cNvSpPr>
          <p:nvPr>
            <p:ph type="title"/>
          </p:nvPr>
        </p:nvSpPr>
        <p:spPr>
          <a:xfrm>
            <a:off x="2888192" y="2310881"/>
            <a:ext cx="3367617" cy="521739"/>
          </a:xfrm>
        </p:spPr>
        <p:txBody>
          <a:bodyPr>
            <a:normAutofit/>
          </a:bodyPr>
          <a:lstStyle/>
          <a:p>
            <a:r>
              <a:rPr kumimoji="1" lang="en-US" altLang="zh-TW" sz="2400" dirty="0"/>
              <a:t>Thank You</a:t>
            </a:r>
            <a:endParaRPr kumimoji="1" lang="zh-TW" altLang="en-US" sz="2400" dirty="0"/>
          </a:p>
        </p:txBody>
      </p:sp>
    </p:spTree>
    <p:extLst>
      <p:ext uri="{BB962C8B-B14F-4D97-AF65-F5344CB8AC3E}">
        <p14:creationId xmlns:p14="http://schemas.microsoft.com/office/powerpoint/2010/main" val="20491523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4090A017-2B90-2438-B588-F8775478D905}"/>
              </a:ext>
            </a:extLst>
          </p:cNvPr>
          <p:cNvSpPr/>
          <p:nvPr/>
        </p:nvSpPr>
        <p:spPr>
          <a:xfrm>
            <a:off x="1225899" y="961718"/>
            <a:ext cx="6684666" cy="373348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sp>
        <p:nvSpPr>
          <p:cNvPr id="8" name="標題 1">
            <a:extLst>
              <a:ext uri="{FF2B5EF4-FFF2-40B4-BE49-F238E27FC236}">
                <a16:creationId xmlns:a16="http://schemas.microsoft.com/office/drawing/2014/main" id="{495FD6DD-9D54-D392-3336-7516914338F9}"/>
              </a:ext>
            </a:extLst>
          </p:cNvPr>
          <p:cNvSpPr txBox="1">
            <a:spLocks/>
          </p:cNvSpPr>
          <p:nvPr/>
        </p:nvSpPr>
        <p:spPr>
          <a:xfrm>
            <a:off x="1225899" y="448301"/>
            <a:ext cx="3648707" cy="457343"/>
          </a:xfrm>
          <a:prstGeom prst="rect">
            <a:avLst/>
          </a:prstGeom>
        </p:spPr>
        <p:txBody>
          <a:bodyPr vert="horz" lIns="68580" tIns="34290" rIns="68580" bIns="34290" rtlCol="0" anchor="ctr">
            <a:noAutofit/>
          </a:bodyPr>
          <a:lstStyle>
            <a:lvl1pPr algn="l" defTabSz="914400" rtl="0" eaLnBrk="1" latinLnBrk="0" hangingPunct="1">
              <a:lnSpc>
                <a:spcPct val="100000"/>
              </a:lnSpc>
              <a:spcBef>
                <a:spcPct val="0"/>
              </a:spcBef>
              <a:buNone/>
              <a:defRPr sz="3200" b="0" i="0" kern="1200">
                <a:solidFill>
                  <a:schemeClr val="tx1"/>
                </a:solidFill>
                <a:latin typeface="Microsoft JhengHei" panose="020B0604030504040204" pitchFamily="34" charset="-120"/>
                <a:ea typeface="Microsoft JhengHei" panose="020B0604030504040204" pitchFamily="34" charset="-120"/>
                <a:cs typeface="+mj-cs"/>
              </a:defRPr>
            </a:lvl1pPr>
          </a:lstStyle>
          <a:p>
            <a:r>
              <a:rPr kumimoji="1" lang="zh-TW" altLang="en-US" sz="2400" dirty="0"/>
              <a:t>簡報檔案使用說明</a:t>
            </a:r>
          </a:p>
        </p:txBody>
      </p:sp>
      <p:sp>
        <p:nvSpPr>
          <p:cNvPr id="6" name="副標題 4">
            <a:extLst>
              <a:ext uri="{FF2B5EF4-FFF2-40B4-BE49-F238E27FC236}">
                <a16:creationId xmlns:a16="http://schemas.microsoft.com/office/drawing/2014/main" id="{F1901C90-97DE-6287-423D-F77266786FBF}"/>
              </a:ext>
            </a:extLst>
          </p:cNvPr>
          <p:cNvSpPr txBox="1">
            <a:spLocks/>
          </p:cNvSpPr>
          <p:nvPr/>
        </p:nvSpPr>
        <p:spPr>
          <a:xfrm>
            <a:off x="2913251" y="2185963"/>
            <a:ext cx="4040208" cy="868438"/>
          </a:xfrm>
          <a:prstGeom prst="rect">
            <a:avLst/>
          </a:prstGeom>
          <a:noFill/>
        </p:spPr>
        <p:txBody>
          <a:bodyPr vert="horz" lIns="68580" tIns="34290" rIns="68580" bIns="34290" rtlCol="0">
            <a:noAutofit/>
          </a:bodyPr>
          <a:lstStyle>
            <a:lvl1pPr marL="0" indent="0" algn="l" defTabSz="914400" rtl="0" eaLnBrk="1" latinLnBrk="0" hangingPunct="1">
              <a:lnSpc>
                <a:spcPct val="150000"/>
              </a:lnSpc>
              <a:spcBef>
                <a:spcPts val="1000"/>
              </a:spcBef>
              <a:buFont typeface="Arial" panose="020B0604020202020204" pitchFamily="34" charset="0"/>
              <a:buNone/>
              <a:defRPr sz="2000" b="0" i="0" kern="1200">
                <a:ln>
                  <a:noFill/>
                </a:ln>
                <a:solidFill>
                  <a:schemeClr val="tx1">
                    <a:lumMod val="65000"/>
                    <a:lumOff val="35000"/>
                  </a:schemeClr>
                </a:solidFill>
                <a:latin typeface="Microsoft JhengHei" panose="020B0604030504040204" pitchFamily="34" charset="-120"/>
                <a:ea typeface="Microsoft JhengHei" panose="020B0604030504040204" pitchFamily="34" charset="-120"/>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kumimoji="1" lang="zh-TW" altLang="en-US" sz="1200" b="1" dirty="0"/>
              <a:t>上文下圖</a:t>
            </a:r>
            <a:r>
              <a:rPr kumimoji="1" lang="zh-TW" altLang="en-US" sz="1200" dirty="0"/>
              <a:t>：可將圖片區替換成單張至最多</a:t>
            </a:r>
            <a:r>
              <a:rPr kumimoji="1" lang="en-US" altLang="zh-TW" sz="1200" dirty="0"/>
              <a:t>3</a:t>
            </a:r>
            <a:r>
              <a:rPr kumimoji="1" lang="zh-TW" altLang="en-US" sz="1200" dirty="0"/>
              <a:t>張圖片、表格或數據圖表。若圖片需加說明文字，數量最多</a:t>
            </a:r>
            <a:r>
              <a:rPr kumimoji="1" lang="en-US" altLang="zh-TW" sz="1200" dirty="0"/>
              <a:t>3</a:t>
            </a:r>
            <a:r>
              <a:rPr kumimoji="1" lang="zh-TW" altLang="en-US" sz="1200" dirty="0"/>
              <a:t>張，若需多張建議增加頁數。</a:t>
            </a:r>
          </a:p>
        </p:txBody>
      </p:sp>
      <p:sp>
        <p:nvSpPr>
          <p:cNvPr id="12" name="副標題 4">
            <a:extLst>
              <a:ext uri="{FF2B5EF4-FFF2-40B4-BE49-F238E27FC236}">
                <a16:creationId xmlns:a16="http://schemas.microsoft.com/office/drawing/2014/main" id="{533B95D5-E582-F725-02E5-686740F4CE5E}"/>
              </a:ext>
            </a:extLst>
          </p:cNvPr>
          <p:cNvSpPr txBox="1">
            <a:spLocks/>
          </p:cNvSpPr>
          <p:nvPr/>
        </p:nvSpPr>
        <p:spPr>
          <a:xfrm>
            <a:off x="2913251" y="3322924"/>
            <a:ext cx="4040208" cy="563423"/>
          </a:xfrm>
          <a:prstGeom prst="rect">
            <a:avLst/>
          </a:prstGeom>
          <a:noFill/>
        </p:spPr>
        <p:txBody>
          <a:bodyPr vert="horz" lIns="68580" tIns="34290" rIns="68580" bIns="34290" rtlCol="0">
            <a:noAutofit/>
          </a:bodyPr>
          <a:lstStyle>
            <a:lvl1pPr marL="0" indent="0" algn="l" defTabSz="914400" rtl="0" eaLnBrk="1" latinLnBrk="0" hangingPunct="1">
              <a:lnSpc>
                <a:spcPct val="150000"/>
              </a:lnSpc>
              <a:spcBef>
                <a:spcPts val="1000"/>
              </a:spcBef>
              <a:buFont typeface="Arial" panose="020B0604020202020204" pitchFamily="34" charset="0"/>
              <a:buNone/>
              <a:defRPr sz="2000" b="0" i="0" kern="1200">
                <a:ln>
                  <a:noFill/>
                </a:ln>
                <a:solidFill>
                  <a:schemeClr val="tx1">
                    <a:lumMod val="65000"/>
                    <a:lumOff val="35000"/>
                  </a:schemeClr>
                </a:solidFill>
                <a:latin typeface="Microsoft JhengHei" panose="020B0604030504040204" pitchFamily="34" charset="-120"/>
                <a:ea typeface="Microsoft JhengHei" panose="020B0604030504040204" pitchFamily="34" charset="-120"/>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kumimoji="1" lang="zh-TW" altLang="en-US" sz="1200" b="1" dirty="0"/>
              <a:t>上文下圖</a:t>
            </a:r>
            <a:r>
              <a:rPr kumimoji="1" lang="zh-TW" altLang="en-US" sz="1200" dirty="0"/>
              <a:t>：插圖或</a:t>
            </a:r>
            <a:r>
              <a:rPr kumimoji="1" lang="en-US" altLang="zh-TW" sz="1200" dirty="0"/>
              <a:t>icon</a:t>
            </a:r>
            <a:r>
              <a:rPr kumimoji="1" lang="zh-TW" altLang="en-US" sz="1200" dirty="0"/>
              <a:t>可使用圖文對照編排，最多</a:t>
            </a:r>
            <a:r>
              <a:rPr kumimoji="1" lang="en-US" altLang="zh-TW" sz="1200" dirty="0"/>
              <a:t>7</a:t>
            </a:r>
            <a:r>
              <a:rPr kumimoji="1" lang="zh-TW" altLang="en-US" sz="1200" dirty="0"/>
              <a:t>筆，超出建議增加頁數</a:t>
            </a:r>
            <a:r>
              <a:rPr kumimoji="1" lang="en-US" altLang="zh-TW" sz="1200" dirty="0"/>
              <a:t> </a:t>
            </a:r>
            <a:r>
              <a:rPr kumimoji="1" lang="zh-TW" altLang="en-US" sz="1200" dirty="0"/>
              <a:t>。</a:t>
            </a:r>
          </a:p>
        </p:txBody>
      </p:sp>
      <p:sp>
        <p:nvSpPr>
          <p:cNvPr id="4" name="副標題 4">
            <a:extLst>
              <a:ext uri="{FF2B5EF4-FFF2-40B4-BE49-F238E27FC236}">
                <a16:creationId xmlns:a16="http://schemas.microsoft.com/office/drawing/2014/main" id="{FBAD4FFD-9D22-A589-9D9F-14445939D89A}"/>
              </a:ext>
            </a:extLst>
          </p:cNvPr>
          <p:cNvSpPr txBox="1">
            <a:spLocks/>
          </p:cNvSpPr>
          <p:nvPr/>
        </p:nvSpPr>
        <p:spPr>
          <a:xfrm>
            <a:off x="2913251" y="1192927"/>
            <a:ext cx="4040208" cy="603363"/>
          </a:xfrm>
          <a:prstGeom prst="rect">
            <a:avLst/>
          </a:prstGeom>
          <a:noFill/>
        </p:spPr>
        <p:txBody>
          <a:bodyPr vert="horz" lIns="68580" tIns="34290" rIns="68580" bIns="34290" rtlCol="0">
            <a:noAutofit/>
          </a:bodyPr>
          <a:lstStyle>
            <a:lvl1pPr marL="0" indent="0" algn="l" defTabSz="914400" rtl="0" eaLnBrk="1" latinLnBrk="0" hangingPunct="1">
              <a:lnSpc>
                <a:spcPct val="150000"/>
              </a:lnSpc>
              <a:spcBef>
                <a:spcPts val="1000"/>
              </a:spcBef>
              <a:buFont typeface="Arial" panose="020B0604020202020204" pitchFamily="34" charset="0"/>
              <a:buNone/>
              <a:defRPr sz="2000" b="0" i="0" kern="1200">
                <a:ln>
                  <a:noFill/>
                </a:ln>
                <a:solidFill>
                  <a:schemeClr val="tx1">
                    <a:lumMod val="65000"/>
                    <a:lumOff val="35000"/>
                  </a:schemeClr>
                </a:solidFill>
                <a:latin typeface="Microsoft JhengHei" panose="020B0604030504040204" pitchFamily="34" charset="-120"/>
                <a:ea typeface="Microsoft JhengHei" panose="020B0604030504040204" pitchFamily="34" charset="-120"/>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kumimoji="1" lang="zh-TW" altLang="en-US" sz="1200" b="1" dirty="0"/>
              <a:t>左文右圖</a:t>
            </a:r>
            <a:r>
              <a:rPr kumimoji="1" lang="zh-TW" altLang="en-US" sz="1200" dirty="0"/>
              <a:t>：左方文字列表以綠色數字、英文或項目符號替換。圖片位置可放入</a:t>
            </a:r>
            <a:r>
              <a:rPr kumimoji="1" lang="en-US" altLang="zh-TW" sz="1200" dirty="0"/>
              <a:t>2</a:t>
            </a:r>
            <a:r>
              <a:rPr kumimoji="1" lang="zh-TW" altLang="en-US" sz="1200" dirty="0"/>
              <a:t>張圖片、表格或數據圖表。</a:t>
            </a:r>
          </a:p>
        </p:txBody>
      </p:sp>
      <p:sp>
        <p:nvSpPr>
          <p:cNvPr id="5" name="副標題 4">
            <a:extLst>
              <a:ext uri="{FF2B5EF4-FFF2-40B4-BE49-F238E27FC236}">
                <a16:creationId xmlns:a16="http://schemas.microsoft.com/office/drawing/2014/main" id="{4072DD67-D2A9-4CBA-E4A9-B13D6AD6C6A6}"/>
              </a:ext>
            </a:extLst>
          </p:cNvPr>
          <p:cNvSpPr txBox="1">
            <a:spLocks/>
          </p:cNvSpPr>
          <p:nvPr/>
        </p:nvSpPr>
        <p:spPr>
          <a:xfrm>
            <a:off x="1593463" y="4227861"/>
            <a:ext cx="5359996" cy="390006"/>
          </a:xfrm>
          <a:prstGeom prst="rect">
            <a:avLst/>
          </a:prstGeom>
          <a:noFill/>
        </p:spPr>
        <p:txBody>
          <a:bodyPr vert="horz" lIns="68580" tIns="34290" rIns="68580" bIns="34290" rtlCol="0">
            <a:noAutofit/>
          </a:bodyPr>
          <a:lstStyle>
            <a:lvl1pPr marL="0" indent="0" algn="l" defTabSz="914400" rtl="0" eaLnBrk="1" latinLnBrk="0" hangingPunct="1">
              <a:lnSpc>
                <a:spcPct val="150000"/>
              </a:lnSpc>
              <a:spcBef>
                <a:spcPts val="1000"/>
              </a:spcBef>
              <a:buFont typeface="Arial" panose="020B0604020202020204" pitchFamily="34" charset="0"/>
              <a:buNone/>
              <a:defRPr sz="2000" b="0" i="0" kern="1200">
                <a:ln>
                  <a:noFill/>
                </a:ln>
                <a:solidFill>
                  <a:schemeClr val="tx1">
                    <a:lumMod val="65000"/>
                    <a:lumOff val="35000"/>
                  </a:schemeClr>
                </a:solidFill>
                <a:latin typeface="Microsoft JhengHei" panose="020B0604030504040204" pitchFamily="34" charset="-120"/>
                <a:ea typeface="Microsoft JhengHei" panose="020B0604030504040204" pitchFamily="34" charset="-120"/>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kumimoji="1" lang="zh-TW" altLang="en-US" sz="1200" dirty="0">
                <a:solidFill>
                  <a:srgbClr val="E50112"/>
                </a:solidFill>
              </a:rPr>
              <a:t>字體使用微軟正黑體，</a:t>
            </a:r>
            <a:r>
              <a:rPr kumimoji="1" lang="en" altLang="zh-TW" sz="1200" dirty="0">
                <a:solidFill>
                  <a:srgbClr val="E50112"/>
                </a:solidFill>
              </a:rPr>
              <a:t>Logo</a:t>
            </a:r>
            <a:r>
              <a:rPr kumimoji="1" lang="zh-TW" altLang="en-US" sz="1200" dirty="0">
                <a:solidFill>
                  <a:srgbClr val="E50112"/>
                </a:solidFill>
              </a:rPr>
              <a:t>位置不得變更，內容文字大小可依需求自行調整。</a:t>
            </a:r>
          </a:p>
        </p:txBody>
      </p:sp>
      <p:pic>
        <p:nvPicPr>
          <p:cNvPr id="17" name="圖片 16">
            <a:extLst>
              <a:ext uri="{FF2B5EF4-FFF2-40B4-BE49-F238E27FC236}">
                <a16:creationId xmlns:a16="http://schemas.microsoft.com/office/drawing/2014/main" id="{362B063E-741E-EAF8-3FD1-EB60D66A05CC}"/>
              </a:ext>
            </a:extLst>
          </p:cNvPr>
          <p:cNvPicPr>
            <a:picLocks noChangeAspect="1"/>
          </p:cNvPicPr>
          <p:nvPr/>
        </p:nvPicPr>
        <p:blipFill>
          <a:blip r:embed="rId2"/>
          <a:stretch>
            <a:fillRect/>
          </a:stretch>
        </p:blipFill>
        <p:spPr>
          <a:xfrm>
            <a:off x="1593463" y="1192927"/>
            <a:ext cx="1225723" cy="689469"/>
          </a:xfrm>
          <a:prstGeom prst="rect">
            <a:avLst/>
          </a:prstGeom>
        </p:spPr>
      </p:pic>
      <p:pic>
        <p:nvPicPr>
          <p:cNvPr id="18" name="圖片 17">
            <a:extLst>
              <a:ext uri="{FF2B5EF4-FFF2-40B4-BE49-F238E27FC236}">
                <a16:creationId xmlns:a16="http://schemas.microsoft.com/office/drawing/2014/main" id="{5BB242BD-C9ED-4C47-DCC5-58C08BB392A6}"/>
              </a:ext>
            </a:extLst>
          </p:cNvPr>
          <p:cNvPicPr>
            <a:picLocks noChangeAspect="1"/>
          </p:cNvPicPr>
          <p:nvPr/>
        </p:nvPicPr>
        <p:blipFill>
          <a:blip r:embed="rId3"/>
          <a:stretch>
            <a:fillRect/>
          </a:stretch>
        </p:blipFill>
        <p:spPr>
          <a:xfrm>
            <a:off x="1575882" y="2280281"/>
            <a:ext cx="1225723" cy="689469"/>
          </a:xfrm>
          <a:prstGeom prst="rect">
            <a:avLst/>
          </a:prstGeom>
        </p:spPr>
      </p:pic>
      <p:pic>
        <p:nvPicPr>
          <p:cNvPr id="19" name="圖片 18">
            <a:extLst>
              <a:ext uri="{FF2B5EF4-FFF2-40B4-BE49-F238E27FC236}">
                <a16:creationId xmlns:a16="http://schemas.microsoft.com/office/drawing/2014/main" id="{5A9822BE-983F-6FA4-879E-86EE0CDBFE39}"/>
              </a:ext>
            </a:extLst>
          </p:cNvPr>
          <p:cNvPicPr>
            <a:picLocks noChangeAspect="1"/>
          </p:cNvPicPr>
          <p:nvPr/>
        </p:nvPicPr>
        <p:blipFill>
          <a:blip r:embed="rId4"/>
          <a:stretch>
            <a:fillRect/>
          </a:stretch>
        </p:blipFill>
        <p:spPr>
          <a:xfrm>
            <a:off x="1575882" y="3367635"/>
            <a:ext cx="1225723" cy="689469"/>
          </a:xfrm>
          <a:prstGeom prst="rect">
            <a:avLst/>
          </a:prstGeom>
        </p:spPr>
      </p:pic>
    </p:spTree>
    <p:extLst>
      <p:ext uri="{BB962C8B-B14F-4D97-AF65-F5344CB8AC3E}">
        <p14:creationId xmlns:p14="http://schemas.microsoft.com/office/powerpoint/2010/main" val="1121790626"/>
      </p:ext>
    </p:extLst>
  </p:cSld>
  <p:clrMapOvr>
    <a:masterClrMapping/>
  </p:clrMapOvr>
</p:sld>
</file>

<file path=ppt/theme/theme1.xml><?xml version="1.0" encoding="utf-8"?>
<a:theme xmlns:a="http://schemas.openxmlformats.org/drawingml/2006/main" name="Office 佈景主題">
  <a:themeElements>
    <a:clrScheme name="Office 佈景主題">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佈景主題">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佈景主題">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4943</TotalTime>
  <Words>254</Words>
  <Application>Microsoft Office PowerPoint</Application>
  <PresentationFormat>如螢幕大小 (16:9)</PresentationFormat>
  <Paragraphs>36</Paragraphs>
  <Slides>7</Slides>
  <Notes>0</Notes>
  <HiddenSlides>0</HiddenSlides>
  <MMClips>0</MMClips>
  <ScaleCrop>false</ScaleCrop>
  <HeadingPairs>
    <vt:vector size="6" baseType="variant">
      <vt:variant>
        <vt:lpstr>使用字型</vt:lpstr>
      </vt:variant>
      <vt:variant>
        <vt:i4>8</vt:i4>
      </vt:variant>
      <vt:variant>
        <vt:lpstr>佈景主題</vt:lpstr>
      </vt:variant>
      <vt:variant>
        <vt:i4>1</vt:i4>
      </vt:variant>
      <vt:variant>
        <vt:lpstr>投影片標題</vt:lpstr>
      </vt:variant>
      <vt:variant>
        <vt:i4>7</vt:i4>
      </vt:variant>
    </vt:vector>
  </HeadingPairs>
  <TitlesOfParts>
    <vt:vector size="16" baseType="lpstr">
      <vt:lpstr>PingFang TC Light</vt:lpstr>
      <vt:lpstr>PingFang TC Medium</vt:lpstr>
      <vt:lpstr>Microsoft JhengHei</vt:lpstr>
      <vt:lpstr>新細明體</vt:lpstr>
      <vt:lpstr>Arial</vt:lpstr>
      <vt:lpstr>Calibri</vt:lpstr>
      <vt:lpstr>Calibri Light</vt:lpstr>
      <vt:lpstr>Wingdings</vt:lpstr>
      <vt:lpstr>Office 佈景主題</vt:lpstr>
      <vt:lpstr>標題標題標題</vt:lpstr>
      <vt:lpstr>分類夾頁標題</vt:lpstr>
      <vt:lpstr>標題標題標題標題標題</vt:lpstr>
      <vt:lpstr>PowerPoint 簡報</vt:lpstr>
      <vt:lpstr>PowerPoint 簡報</vt:lpstr>
      <vt:lpstr>Thank You</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Lisa Chang</dc:creator>
  <cp:lastModifiedBy>ACD_AC王淑芬</cp:lastModifiedBy>
  <cp:revision>56</cp:revision>
  <cp:lastPrinted>2023-11-14T07:25:08Z</cp:lastPrinted>
  <dcterms:created xsi:type="dcterms:W3CDTF">2020-01-17T08:02:49Z</dcterms:created>
  <dcterms:modified xsi:type="dcterms:W3CDTF">2023-12-25T03:45:05Z</dcterms:modified>
</cp:coreProperties>
</file>